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-1284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F94B6-4D6D-BC49-9B1B-2DCD25ED700E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EEC9F-A1A6-2B42-A8A4-9CCCFF1F971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5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EEC9F-A1A6-2B42-A8A4-9CCCFF1F9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4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8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5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8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3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5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5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8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85211-36CF-6844-8413-EF479547C2A8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381D7-B388-1A4A-9531-5A12741AC5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7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0" y="1803728"/>
            <a:ext cx="534702" cy="5086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009" y="242231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5170" y="3036771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art 10"/>
          <p:cNvSpPr/>
          <p:nvPr/>
        </p:nvSpPr>
        <p:spPr>
          <a:xfrm>
            <a:off x="25170" y="3664878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0" y="4238366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34770" y="1821253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2555" y="4156440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87551" y="3587124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34770" y="2415259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art 17"/>
          <p:cNvSpPr/>
          <p:nvPr/>
        </p:nvSpPr>
        <p:spPr>
          <a:xfrm>
            <a:off x="1228516" y="1865928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art 18"/>
          <p:cNvSpPr/>
          <p:nvPr/>
        </p:nvSpPr>
        <p:spPr>
          <a:xfrm>
            <a:off x="1228516" y="4224711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art 19"/>
          <p:cNvSpPr/>
          <p:nvPr/>
        </p:nvSpPr>
        <p:spPr>
          <a:xfrm>
            <a:off x="1264582" y="5347566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0342" y="303677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770" y="363005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16531" y="2435515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7009" y="1339473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216531" y="1339473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01998" y="534756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05" y="1281441"/>
            <a:ext cx="534702" cy="50863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7009" y="4764519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9534"/>
            <a:ext cx="534702" cy="508632"/>
          </a:xfrm>
          <a:prstGeom prst="rect">
            <a:avLst/>
          </a:prstGeom>
        </p:spPr>
      </p:pic>
      <p:sp>
        <p:nvSpPr>
          <p:cNvPr id="33" name="Isosceles Triangle 32"/>
          <p:cNvSpPr/>
          <p:nvPr/>
        </p:nvSpPr>
        <p:spPr>
          <a:xfrm>
            <a:off x="1209962" y="4793645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1132931" y="3078190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>
            <a:off x="1952738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762580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128316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462420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165288" y="-42333"/>
            <a:ext cx="176592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STEP 0 – STORE  TO HDFS</a:t>
            </a:r>
            <a:endParaRPr lang="en-US" sz="24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4128317" y="100125"/>
            <a:ext cx="12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1 - MAP</a:t>
            </a:r>
            <a:endParaRPr lang="en-US" sz="24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663803" y="100125"/>
            <a:ext cx="1939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2 – SHUFFLE</a:t>
            </a:r>
          </a:p>
          <a:p>
            <a:pPr algn="ctr"/>
            <a:r>
              <a:rPr lang="en-US" sz="2400" b="1" dirty="0" smtClean="0"/>
              <a:t>and SORT</a:t>
            </a:r>
            <a:endParaRPr lang="en-US" sz="24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7462420" y="91063"/>
            <a:ext cx="173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3 - REDUCE</a:t>
            </a:r>
            <a:endParaRPr lang="en-US" sz="24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952739" y="958275"/>
            <a:ext cx="2175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 smtClean="0"/>
              <a:t>Assume 4 data partitions.</a:t>
            </a:r>
            <a:endParaRPr lang="en-US" u="sng" dirty="0"/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0" y="4726990"/>
            <a:ext cx="534702" cy="508632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2117801" y="1550391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094871" y="2889981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2108526" y="4253985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108526" y="5633024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402286" y="1179947"/>
            <a:ext cx="991602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4402287" y="2636083"/>
            <a:ext cx="991602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4415425" y="4148855"/>
            <a:ext cx="978463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4449731" y="5581535"/>
            <a:ext cx="944157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>
            <a:spLocks noChangeAspect="1"/>
          </p:cNvSpPr>
          <p:nvPr/>
        </p:nvSpPr>
        <p:spPr>
          <a:xfrm>
            <a:off x="7740173" y="1649613"/>
            <a:ext cx="215467" cy="2253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44" y="2066470"/>
            <a:ext cx="267351" cy="254316"/>
          </a:xfrm>
          <a:prstGeom prst="rect">
            <a:avLst/>
          </a:prstGeom>
        </p:spPr>
      </p:pic>
      <p:sp>
        <p:nvSpPr>
          <p:cNvPr id="127" name="Oval 126"/>
          <p:cNvSpPr>
            <a:spLocks noChangeAspect="1"/>
          </p:cNvSpPr>
          <p:nvPr/>
        </p:nvSpPr>
        <p:spPr>
          <a:xfrm>
            <a:off x="7740173" y="2481278"/>
            <a:ext cx="252626" cy="24555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Heart 127"/>
          <p:cNvSpPr>
            <a:spLocks noChangeAspect="1"/>
          </p:cNvSpPr>
          <p:nvPr/>
        </p:nvSpPr>
        <p:spPr>
          <a:xfrm>
            <a:off x="7729144" y="2917574"/>
            <a:ext cx="252626" cy="2319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Isosceles Triangle 128"/>
          <p:cNvSpPr>
            <a:spLocks noChangeAspect="1"/>
          </p:cNvSpPr>
          <p:nvPr/>
        </p:nvSpPr>
        <p:spPr>
          <a:xfrm>
            <a:off x="7740173" y="3322030"/>
            <a:ext cx="279936" cy="20459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7317277" y="1508754"/>
            <a:ext cx="1681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(        ,  </a:t>
            </a:r>
            <a:r>
              <a:rPr lang="en-US" sz="2400" dirty="0" smtClean="0"/>
              <a:t>_8_  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53" name="Heart 52"/>
          <p:cNvSpPr/>
          <p:nvPr/>
        </p:nvSpPr>
        <p:spPr>
          <a:xfrm>
            <a:off x="3450658" y="6267351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888074" y="626735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2233085" y="5684304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076" y="6209319"/>
            <a:ext cx="534702" cy="508632"/>
          </a:xfrm>
          <a:prstGeom prst="rect">
            <a:avLst/>
          </a:prstGeom>
        </p:spPr>
      </p:pic>
      <p:sp>
        <p:nvSpPr>
          <p:cNvPr id="57" name="Isosceles Triangle 56"/>
          <p:cNvSpPr/>
          <p:nvPr/>
        </p:nvSpPr>
        <p:spPr>
          <a:xfrm>
            <a:off x="3396038" y="5713430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447" y="5672160"/>
            <a:ext cx="534702" cy="508632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6135427" y="931122"/>
            <a:ext cx="991602" cy="17061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113337" y="2805938"/>
            <a:ext cx="991602" cy="222919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28112" y="5170382"/>
            <a:ext cx="978463" cy="1615232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7317277" y="1953594"/>
            <a:ext cx="1681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(        ,  </a:t>
            </a:r>
            <a:r>
              <a:rPr lang="en-US" sz="2400" dirty="0" smtClean="0"/>
              <a:t>_4_  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74" name="TextBox 73"/>
          <p:cNvSpPr txBox="1"/>
          <p:nvPr/>
        </p:nvSpPr>
        <p:spPr>
          <a:xfrm>
            <a:off x="7317277" y="2347334"/>
            <a:ext cx="1681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(        ,  </a:t>
            </a:r>
            <a:r>
              <a:rPr lang="en-US" sz="2400" dirty="0" smtClean="0"/>
              <a:t>_5_  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75" name="TextBox 74"/>
          <p:cNvSpPr txBox="1"/>
          <p:nvPr/>
        </p:nvSpPr>
        <p:spPr>
          <a:xfrm>
            <a:off x="7317277" y="2805938"/>
            <a:ext cx="1681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(        ,  </a:t>
            </a:r>
            <a:r>
              <a:rPr lang="en-US" sz="2400" dirty="0" smtClean="0"/>
              <a:t>_4_  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76" name="TextBox 75"/>
          <p:cNvSpPr txBox="1"/>
          <p:nvPr/>
        </p:nvSpPr>
        <p:spPr>
          <a:xfrm>
            <a:off x="7317277" y="3203213"/>
            <a:ext cx="1681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(        ,  </a:t>
            </a:r>
            <a:r>
              <a:rPr lang="en-US" sz="2400" dirty="0" smtClean="0"/>
              <a:t>_3_  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pic>
        <p:nvPicPr>
          <p:cNvPr id="6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254" y="2142884"/>
            <a:ext cx="534702" cy="508632"/>
          </a:xfrm>
          <a:prstGeom prst="rect">
            <a:avLst/>
          </a:prstGeom>
        </p:spPr>
      </p:pic>
      <p:sp>
        <p:nvSpPr>
          <p:cNvPr id="63" name="Oval 13"/>
          <p:cNvSpPr/>
          <p:nvPr/>
        </p:nvSpPr>
        <p:spPr>
          <a:xfrm>
            <a:off x="2897854" y="2160409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Heart 17"/>
          <p:cNvSpPr/>
          <p:nvPr/>
        </p:nvSpPr>
        <p:spPr>
          <a:xfrm>
            <a:off x="3491600" y="2205084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24"/>
          <p:cNvSpPr/>
          <p:nvPr/>
        </p:nvSpPr>
        <p:spPr>
          <a:xfrm>
            <a:off x="2310093" y="1678629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25"/>
          <p:cNvSpPr/>
          <p:nvPr/>
        </p:nvSpPr>
        <p:spPr>
          <a:xfrm>
            <a:off x="3479615" y="1678629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189" y="1620597"/>
            <a:ext cx="534702" cy="50863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076" y="2880946"/>
            <a:ext cx="1768475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288" y="4238366"/>
            <a:ext cx="1828800" cy="120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" name="Rectangle 24"/>
          <p:cNvSpPr/>
          <p:nvPr/>
        </p:nvSpPr>
        <p:spPr>
          <a:xfrm>
            <a:off x="4454953" y="1281440"/>
            <a:ext cx="215466" cy="15112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227" y="1550391"/>
            <a:ext cx="292038" cy="277799"/>
          </a:xfrm>
          <a:prstGeom prst="rect">
            <a:avLst/>
          </a:prstGeom>
        </p:spPr>
      </p:pic>
      <p:sp>
        <p:nvSpPr>
          <p:cNvPr id="85" name="Oval 13"/>
          <p:cNvSpPr/>
          <p:nvPr/>
        </p:nvSpPr>
        <p:spPr>
          <a:xfrm>
            <a:off x="4446931" y="1908519"/>
            <a:ext cx="169851" cy="1433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Heart 17"/>
          <p:cNvSpPr/>
          <p:nvPr/>
        </p:nvSpPr>
        <p:spPr>
          <a:xfrm>
            <a:off x="4418639" y="2164470"/>
            <a:ext cx="252626" cy="228044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CuadroTexto"/>
          <p:cNvSpPr txBox="1"/>
          <p:nvPr/>
        </p:nvSpPr>
        <p:spPr>
          <a:xfrm>
            <a:off x="4741875" y="1535757"/>
            <a:ext cx="32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sp>
        <p:nvSpPr>
          <p:cNvPr id="88" name="87 CuadroTexto"/>
          <p:cNvSpPr txBox="1"/>
          <p:nvPr/>
        </p:nvSpPr>
        <p:spPr>
          <a:xfrm>
            <a:off x="4764377" y="2066183"/>
            <a:ext cx="32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sp>
        <p:nvSpPr>
          <p:cNvPr id="89" name="88 CuadroTexto"/>
          <p:cNvSpPr txBox="1"/>
          <p:nvPr/>
        </p:nvSpPr>
        <p:spPr>
          <a:xfrm>
            <a:off x="4721555" y="1808107"/>
            <a:ext cx="314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293" y="2726832"/>
            <a:ext cx="254913" cy="25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" name="Rectangle 24"/>
          <p:cNvSpPr/>
          <p:nvPr/>
        </p:nvSpPr>
        <p:spPr>
          <a:xfrm>
            <a:off x="4467722" y="3016777"/>
            <a:ext cx="255436" cy="266003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189" y="3456760"/>
            <a:ext cx="395531" cy="30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" name="91 CuadroTexto"/>
          <p:cNvSpPr txBox="1"/>
          <p:nvPr/>
        </p:nvSpPr>
        <p:spPr>
          <a:xfrm>
            <a:off x="4774758" y="1179947"/>
            <a:ext cx="32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sp>
        <p:nvSpPr>
          <p:cNvPr id="93" name="92 CuadroTexto"/>
          <p:cNvSpPr txBox="1"/>
          <p:nvPr/>
        </p:nvSpPr>
        <p:spPr>
          <a:xfrm>
            <a:off x="4853856" y="2668884"/>
            <a:ext cx="32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sp>
        <p:nvSpPr>
          <p:cNvPr id="94" name="93 CuadroTexto"/>
          <p:cNvSpPr txBox="1"/>
          <p:nvPr/>
        </p:nvSpPr>
        <p:spPr>
          <a:xfrm>
            <a:off x="4853856" y="3009463"/>
            <a:ext cx="32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sp>
        <p:nvSpPr>
          <p:cNvPr id="95" name="94 CuadroTexto"/>
          <p:cNvSpPr txBox="1"/>
          <p:nvPr/>
        </p:nvSpPr>
        <p:spPr>
          <a:xfrm>
            <a:off x="4912634" y="3466275"/>
            <a:ext cx="26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579" y="4225151"/>
            <a:ext cx="257278" cy="238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579" y="4456611"/>
            <a:ext cx="246994" cy="24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425" y="4731685"/>
            <a:ext cx="336583" cy="258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583" y="5609849"/>
            <a:ext cx="261402" cy="249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056" y="5932916"/>
            <a:ext cx="244418" cy="253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089" y="5087325"/>
            <a:ext cx="244475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206" y="6258907"/>
            <a:ext cx="315711" cy="28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6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160" y="6578380"/>
            <a:ext cx="336583" cy="258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7" name="96 CuadroTexto"/>
          <p:cNvSpPr txBox="1"/>
          <p:nvPr/>
        </p:nvSpPr>
        <p:spPr>
          <a:xfrm>
            <a:off x="4833536" y="4208501"/>
            <a:ext cx="26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98" name="97 CuadroTexto"/>
          <p:cNvSpPr txBox="1"/>
          <p:nvPr/>
        </p:nvSpPr>
        <p:spPr>
          <a:xfrm>
            <a:off x="4752008" y="4407337"/>
            <a:ext cx="26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99" name="98 CuadroTexto"/>
          <p:cNvSpPr txBox="1"/>
          <p:nvPr/>
        </p:nvSpPr>
        <p:spPr>
          <a:xfrm>
            <a:off x="4779242" y="4667118"/>
            <a:ext cx="26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100" name="99 CuadroTexto"/>
          <p:cNvSpPr txBox="1"/>
          <p:nvPr/>
        </p:nvSpPr>
        <p:spPr>
          <a:xfrm>
            <a:off x="4815735" y="5035136"/>
            <a:ext cx="26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101" name="100 CuadroTexto"/>
          <p:cNvSpPr txBox="1"/>
          <p:nvPr/>
        </p:nvSpPr>
        <p:spPr>
          <a:xfrm>
            <a:off x="4804147" y="5581535"/>
            <a:ext cx="26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102" name="101 CuadroTexto"/>
          <p:cNvSpPr txBox="1"/>
          <p:nvPr/>
        </p:nvSpPr>
        <p:spPr>
          <a:xfrm>
            <a:off x="4841293" y="5878338"/>
            <a:ext cx="26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103" name="102 CuadroTexto"/>
          <p:cNvSpPr txBox="1"/>
          <p:nvPr/>
        </p:nvSpPr>
        <p:spPr>
          <a:xfrm>
            <a:off x="4856154" y="6211528"/>
            <a:ext cx="211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104" name="103 CuadroTexto"/>
          <p:cNvSpPr txBox="1"/>
          <p:nvPr/>
        </p:nvSpPr>
        <p:spPr>
          <a:xfrm>
            <a:off x="4885400" y="6499251"/>
            <a:ext cx="26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1</a:t>
            </a:r>
            <a:endParaRPr lang="es-PE" sz="1400" dirty="0"/>
          </a:p>
        </p:txBody>
      </p:sp>
      <p:sp>
        <p:nvSpPr>
          <p:cNvPr id="105" name="Rectangle 24"/>
          <p:cNvSpPr/>
          <p:nvPr/>
        </p:nvSpPr>
        <p:spPr>
          <a:xfrm>
            <a:off x="6155882" y="966676"/>
            <a:ext cx="181066" cy="7556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24"/>
          <p:cNvSpPr/>
          <p:nvPr/>
        </p:nvSpPr>
        <p:spPr>
          <a:xfrm>
            <a:off x="6160507" y="1104387"/>
            <a:ext cx="188988" cy="137093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730" y="3317622"/>
            <a:ext cx="292038" cy="277799"/>
          </a:xfrm>
          <a:prstGeom prst="rect">
            <a:avLst/>
          </a:prstGeom>
        </p:spPr>
      </p:pic>
      <p:pic>
        <p:nvPicPr>
          <p:cNvPr id="10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351" y="3595421"/>
            <a:ext cx="292038" cy="277799"/>
          </a:xfrm>
          <a:prstGeom prst="rect">
            <a:avLst/>
          </a:prstGeom>
        </p:spPr>
      </p:pic>
      <p:sp>
        <p:nvSpPr>
          <p:cNvPr id="109" name="Oval 13"/>
          <p:cNvSpPr/>
          <p:nvPr/>
        </p:nvSpPr>
        <p:spPr>
          <a:xfrm>
            <a:off x="6147055" y="4249063"/>
            <a:ext cx="169851" cy="1433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Heart 17"/>
          <p:cNvSpPr/>
          <p:nvPr/>
        </p:nvSpPr>
        <p:spPr>
          <a:xfrm>
            <a:off x="6182668" y="5675142"/>
            <a:ext cx="213072" cy="203196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24"/>
          <p:cNvSpPr/>
          <p:nvPr/>
        </p:nvSpPr>
        <p:spPr>
          <a:xfrm>
            <a:off x="6196573" y="1309454"/>
            <a:ext cx="125172" cy="165259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24"/>
          <p:cNvSpPr/>
          <p:nvPr/>
        </p:nvSpPr>
        <p:spPr>
          <a:xfrm>
            <a:off x="6204451" y="1572357"/>
            <a:ext cx="66226" cy="111055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24"/>
          <p:cNvSpPr/>
          <p:nvPr/>
        </p:nvSpPr>
        <p:spPr>
          <a:xfrm>
            <a:off x="6182668" y="1770957"/>
            <a:ext cx="99103" cy="1375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24"/>
          <p:cNvSpPr/>
          <p:nvPr/>
        </p:nvSpPr>
        <p:spPr>
          <a:xfrm>
            <a:off x="6182970" y="1986042"/>
            <a:ext cx="119267" cy="185379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88" y="3900849"/>
            <a:ext cx="165362" cy="162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308" y="4069011"/>
            <a:ext cx="178140" cy="174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899" y="4821006"/>
            <a:ext cx="203007" cy="15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392" y="5189024"/>
            <a:ext cx="259089" cy="198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606" y="5954045"/>
            <a:ext cx="167787" cy="156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0" name="Picture 1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710" y="6180792"/>
            <a:ext cx="167787" cy="156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488" y="2211158"/>
            <a:ext cx="203007" cy="210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392" y="2447794"/>
            <a:ext cx="205322" cy="215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828" y="2862505"/>
            <a:ext cx="212111" cy="202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720" y="3101612"/>
            <a:ext cx="240599" cy="229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351" y="6478891"/>
            <a:ext cx="216664" cy="198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392" y="5392589"/>
            <a:ext cx="267319" cy="20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1" name="130 CuadroTexto"/>
          <p:cNvSpPr txBox="1"/>
          <p:nvPr/>
        </p:nvSpPr>
        <p:spPr>
          <a:xfrm>
            <a:off x="6470703" y="958275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2" name="131 CuadroTexto"/>
          <p:cNvSpPr txBox="1"/>
          <p:nvPr/>
        </p:nvSpPr>
        <p:spPr>
          <a:xfrm>
            <a:off x="6460322" y="1110675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3" name="132 CuadroTexto"/>
          <p:cNvSpPr txBox="1"/>
          <p:nvPr/>
        </p:nvSpPr>
        <p:spPr>
          <a:xfrm>
            <a:off x="6475926" y="3368446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4" name="133 CuadroTexto"/>
          <p:cNvSpPr txBox="1"/>
          <p:nvPr/>
        </p:nvSpPr>
        <p:spPr>
          <a:xfrm>
            <a:off x="6475926" y="3663814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5" name="134 CuadroTexto"/>
          <p:cNvSpPr txBox="1"/>
          <p:nvPr/>
        </p:nvSpPr>
        <p:spPr>
          <a:xfrm>
            <a:off x="6355017" y="4243869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6" name="135 CuadroTexto"/>
          <p:cNvSpPr txBox="1"/>
          <p:nvPr/>
        </p:nvSpPr>
        <p:spPr>
          <a:xfrm>
            <a:off x="6497531" y="5627702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7" name="136 CuadroTexto"/>
          <p:cNvSpPr txBox="1"/>
          <p:nvPr/>
        </p:nvSpPr>
        <p:spPr>
          <a:xfrm>
            <a:off x="6337959" y="1291954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8" name="137 CuadroTexto"/>
          <p:cNvSpPr txBox="1"/>
          <p:nvPr/>
        </p:nvSpPr>
        <p:spPr>
          <a:xfrm>
            <a:off x="6359109" y="1511038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39" name="138 CuadroTexto"/>
          <p:cNvSpPr txBox="1"/>
          <p:nvPr/>
        </p:nvSpPr>
        <p:spPr>
          <a:xfrm>
            <a:off x="6367489" y="1718203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0" name="139 CuadroTexto"/>
          <p:cNvSpPr txBox="1"/>
          <p:nvPr/>
        </p:nvSpPr>
        <p:spPr>
          <a:xfrm>
            <a:off x="6397591" y="1953594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1" name="140 CuadroTexto"/>
          <p:cNvSpPr txBox="1"/>
          <p:nvPr/>
        </p:nvSpPr>
        <p:spPr>
          <a:xfrm>
            <a:off x="6385329" y="3903405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2" name="141 CuadroTexto"/>
          <p:cNvSpPr txBox="1"/>
          <p:nvPr/>
        </p:nvSpPr>
        <p:spPr>
          <a:xfrm>
            <a:off x="6367489" y="4062580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3" name="142 CuadroTexto"/>
          <p:cNvSpPr txBox="1"/>
          <p:nvPr/>
        </p:nvSpPr>
        <p:spPr>
          <a:xfrm>
            <a:off x="6359109" y="4768508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4" name="143 CuadroTexto"/>
          <p:cNvSpPr txBox="1"/>
          <p:nvPr/>
        </p:nvSpPr>
        <p:spPr>
          <a:xfrm>
            <a:off x="6417711" y="5158729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5" name="144 CuadroTexto"/>
          <p:cNvSpPr txBox="1"/>
          <p:nvPr/>
        </p:nvSpPr>
        <p:spPr>
          <a:xfrm>
            <a:off x="6500740" y="5926476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6" name="145 CuadroTexto"/>
          <p:cNvSpPr txBox="1"/>
          <p:nvPr/>
        </p:nvSpPr>
        <p:spPr>
          <a:xfrm>
            <a:off x="6446357" y="6198537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7" name="146 CuadroTexto"/>
          <p:cNvSpPr txBox="1"/>
          <p:nvPr/>
        </p:nvSpPr>
        <p:spPr>
          <a:xfrm>
            <a:off x="6367489" y="2159849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8" name="147 CuadroTexto"/>
          <p:cNvSpPr txBox="1"/>
          <p:nvPr/>
        </p:nvSpPr>
        <p:spPr>
          <a:xfrm>
            <a:off x="6391698" y="2397200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49" name="148 CuadroTexto"/>
          <p:cNvSpPr txBox="1"/>
          <p:nvPr/>
        </p:nvSpPr>
        <p:spPr>
          <a:xfrm>
            <a:off x="6437338" y="2874135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50" name="149 CuadroTexto"/>
          <p:cNvSpPr txBox="1"/>
          <p:nvPr/>
        </p:nvSpPr>
        <p:spPr>
          <a:xfrm>
            <a:off x="6426421" y="3123043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51" name="150 CuadroTexto"/>
          <p:cNvSpPr txBox="1"/>
          <p:nvPr/>
        </p:nvSpPr>
        <p:spPr>
          <a:xfrm>
            <a:off x="6423237" y="6436925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52" name="151 CuadroTexto"/>
          <p:cNvSpPr txBox="1"/>
          <p:nvPr/>
        </p:nvSpPr>
        <p:spPr>
          <a:xfrm>
            <a:off x="6450508" y="5348239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53" name="Oval 13"/>
          <p:cNvSpPr/>
          <p:nvPr/>
        </p:nvSpPr>
        <p:spPr>
          <a:xfrm>
            <a:off x="6126810" y="4666390"/>
            <a:ext cx="169851" cy="1433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4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063" y="4486338"/>
            <a:ext cx="178140" cy="174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5" name="154 CuadroTexto"/>
          <p:cNvSpPr txBox="1"/>
          <p:nvPr/>
        </p:nvSpPr>
        <p:spPr>
          <a:xfrm>
            <a:off x="6334772" y="4661196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  <p:sp>
        <p:nvSpPr>
          <p:cNvPr id="156" name="155 CuadroTexto"/>
          <p:cNvSpPr txBox="1"/>
          <p:nvPr/>
        </p:nvSpPr>
        <p:spPr>
          <a:xfrm>
            <a:off x="6347244" y="4479907"/>
            <a:ext cx="325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 smtClean="0"/>
              <a:t>1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15269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92</Words>
  <Application>Microsoft Office PowerPoint</Application>
  <PresentationFormat>Presentación en pantalla (4:3)</PresentationFormat>
  <Paragraphs>51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Office Theme</vt:lpstr>
      <vt:lpstr>Presentación de PowerPoint</vt:lpstr>
    </vt:vector>
  </TitlesOfParts>
  <Company>UCSD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kind of questions you can ask to help Eglence Inc. using big data?</dc:title>
  <dc:creator>ilkay Altintas</dc:creator>
  <cp:lastModifiedBy>pc</cp:lastModifiedBy>
  <cp:revision>23</cp:revision>
  <dcterms:created xsi:type="dcterms:W3CDTF">2016-02-11T22:41:22Z</dcterms:created>
  <dcterms:modified xsi:type="dcterms:W3CDTF">2020-06-16T18:36:14Z</dcterms:modified>
</cp:coreProperties>
</file>