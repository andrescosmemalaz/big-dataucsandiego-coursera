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3" r:id="rId7"/>
    <p:sldId id="264" r:id="rId8"/>
    <p:sldId id="261" r:id="rId9"/>
    <p:sldId id="265" r:id="rId10"/>
    <p:sldId id="266" r:id="rId11"/>
    <p:sldId id="267" r:id="rId12"/>
    <p:sldId id="262" r:id="rId13"/>
  </p:sldIdLst>
  <p:sldSz cx="9144000" cy="5143500" type="screen16x9"/>
  <p:notesSz cx="6858000" cy="9144000"/>
  <p:embeddedFontLst>
    <p:embeddedFont>
      <p:font typeface="Roboto" panose="02000000000000000000"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0" autoAdjust="0"/>
    <p:restoredTop sz="79732" autoAdjust="0"/>
  </p:normalViewPr>
  <p:slideViewPr>
    <p:cSldViewPr snapToGrid="0">
      <p:cViewPr varScale="1">
        <p:scale>
          <a:sx n="94" d="100"/>
          <a:sy n="94" d="100"/>
        </p:scale>
        <p:origin x="182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Shape 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3" name="Shape 8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9" name="Shape 89"/>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Fill in appropriate/key data set descriptions.</a:t>
            </a:r>
          </a:p>
          <a:p>
            <a:pPr lvl="0">
              <a:spcBef>
                <a:spcPts val="0"/>
              </a:spcBef>
              <a:buNone/>
            </a:pPr>
            <a:r>
              <a:rPr lang="en"/>
              <a:t>In your script, be sure to make clear how this is a data science story.  State in your own words YOUR opinion of why the different kinds and sources of data are so important for Eglence to be able to identify new revenue opportunities.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Shape 9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5" name="Shape 9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a:t>Assuming you have &lt;2 minutes for this slide, what is the most important thing(s) to convey from your experience with exploring the data?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Shape 10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1" name="Shape 10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a:t>Assume you have 2 minutes to present what you perceive to be the most important or remarkable points from your classification analysis.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Shape 1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6" name="Shape 10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a:t>Assume you have 2 minutes to present what you perceive to be the most important or remarkable points from your classification analysis.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Shape 1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2" name="Shape 11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a:t>Assume you have 2 minutes to present what you perceive to be the most important or remarkable points from your graph analysis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8" name="Shape 11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From your own viewpoint, make one recommendation/action the Eglence should follow to improve their business.  Be sure to explain your rationale.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dk1"/>
        </a:solidFill>
        <a:effectLst/>
      </p:bgPr>
    </p:bg>
    <p:spTree>
      <p:nvGrpSpPr>
        <p:cNvPr id="1" name="Shape 9"/>
        <p:cNvGrpSpPr/>
        <p:nvPr/>
      </p:nvGrpSpPr>
      <p:grpSpPr>
        <a:xfrm>
          <a:off x="0" y="0"/>
          <a:ext cx="0" cy="0"/>
          <a:chOff x="0" y="0"/>
          <a:chExt cx="0" cy="0"/>
        </a:xfrm>
      </p:grpSpPr>
      <p:grpSp>
        <p:nvGrpSpPr>
          <p:cNvPr id="10" name="Shape 10"/>
          <p:cNvGrpSpPr/>
          <p:nvPr/>
        </p:nvGrpSpPr>
        <p:grpSpPr>
          <a:xfrm>
            <a:off x="6098378" y="4"/>
            <a:ext cx="3045625" cy="2030570"/>
            <a:chOff x="6098378" y="4"/>
            <a:chExt cx="3045625" cy="2030570"/>
          </a:xfrm>
        </p:grpSpPr>
        <p:sp>
          <p:nvSpPr>
            <p:cNvPr id="11" name="Shape 11"/>
            <p:cNvSpPr/>
            <p:nvPr/>
          </p:nvSpPr>
          <p:spPr>
            <a:xfrm>
              <a:off x="8128803" y="15"/>
              <a:ext cx="1015200" cy="1015200"/>
            </a:xfrm>
            <a:prstGeom prst="rect">
              <a:avLst/>
            </a:prstGeom>
            <a:solidFill>
              <a:schemeClr val="accent1"/>
            </a:solidFill>
            <a:ln>
              <a:noFill/>
            </a:ln>
          </p:spPr>
          <p:txBody>
            <a:bodyPr lIns="91425" tIns="91425" rIns="91425" bIns="91425" anchor="ctr" anchorCtr="0">
              <a:noAutofit/>
            </a:bodyPr>
            <a:lstStyle/>
            <a:p>
              <a:pPr lvl="0">
                <a:spcBef>
                  <a:spcPts val="0"/>
                </a:spcBef>
                <a:buNone/>
              </a:pPr>
              <a:endParaRPr/>
            </a:p>
          </p:txBody>
        </p:sp>
        <p:sp>
          <p:nvSpPr>
            <p:cNvPr id="12" name="Shape 12"/>
            <p:cNvSpPr/>
            <p:nvPr/>
          </p:nvSpPr>
          <p:spPr>
            <a:xfrm flipH="1">
              <a:off x="7113463" y="4"/>
              <a:ext cx="1015200" cy="1015200"/>
            </a:xfrm>
            <a:prstGeom prst="rtTriangle">
              <a:avLst/>
            </a:prstGeom>
            <a:solidFill>
              <a:schemeClr val="accent2"/>
            </a:solidFill>
            <a:ln>
              <a:noFill/>
            </a:ln>
          </p:spPr>
          <p:txBody>
            <a:bodyPr lIns="91425" tIns="91425" rIns="91425" bIns="91425" anchor="ctr" anchorCtr="0">
              <a:noAutofit/>
            </a:bodyPr>
            <a:lstStyle/>
            <a:p>
              <a:pPr lvl="0">
                <a:spcBef>
                  <a:spcPts val="0"/>
                </a:spcBef>
                <a:buNone/>
              </a:pPr>
              <a:endParaRPr/>
            </a:p>
          </p:txBody>
        </p:sp>
        <p:sp>
          <p:nvSpPr>
            <p:cNvPr id="13" name="Shape 13"/>
            <p:cNvSpPr/>
            <p:nvPr/>
          </p:nvSpPr>
          <p:spPr>
            <a:xfrm rot="10800000" flipH="1">
              <a:off x="7113588" y="106"/>
              <a:ext cx="1015200" cy="1015200"/>
            </a:xfrm>
            <a:prstGeom prst="rtTriangle">
              <a:avLst/>
            </a:prstGeom>
            <a:solidFill>
              <a:schemeClr val="accent6"/>
            </a:solidFill>
            <a:ln>
              <a:noFill/>
            </a:ln>
          </p:spPr>
          <p:txBody>
            <a:bodyPr lIns="91425" tIns="91425" rIns="91425" bIns="91425" anchor="ctr" anchorCtr="0">
              <a:noAutofit/>
            </a:bodyPr>
            <a:lstStyle/>
            <a:p>
              <a:pPr lvl="0">
                <a:spcBef>
                  <a:spcPts val="0"/>
                </a:spcBef>
                <a:buNone/>
              </a:pPr>
              <a:endParaRPr/>
            </a:p>
          </p:txBody>
        </p:sp>
        <p:sp>
          <p:nvSpPr>
            <p:cNvPr id="14" name="Shape 14"/>
            <p:cNvSpPr/>
            <p:nvPr/>
          </p:nvSpPr>
          <p:spPr>
            <a:xfrm rot="10800000">
              <a:off x="6098378" y="96"/>
              <a:ext cx="1015200" cy="1015200"/>
            </a:xfrm>
            <a:prstGeom prst="rtTriangle">
              <a:avLst/>
            </a:prstGeom>
            <a:solidFill>
              <a:schemeClr val="accent1"/>
            </a:solidFill>
            <a:ln>
              <a:noFill/>
            </a:ln>
          </p:spPr>
          <p:txBody>
            <a:bodyPr lIns="91425" tIns="91425" rIns="91425" bIns="91425" anchor="ctr" anchorCtr="0">
              <a:noAutofit/>
            </a:bodyPr>
            <a:lstStyle/>
            <a:p>
              <a:pPr lvl="0">
                <a:spcBef>
                  <a:spcPts val="0"/>
                </a:spcBef>
                <a:buNone/>
              </a:pPr>
              <a:endParaRPr/>
            </a:p>
          </p:txBody>
        </p:sp>
        <p:sp>
          <p:nvSpPr>
            <p:cNvPr id="15" name="Shape 15"/>
            <p:cNvSpPr/>
            <p:nvPr/>
          </p:nvSpPr>
          <p:spPr>
            <a:xfrm rot="10800000">
              <a:off x="8128789" y="1015375"/>
              <a:ext cx="1015200" cy="1015200"/>
            </a:xfrm>
            <a:prstGeom prst="rtTriangle">
              <a:avLst/>
            </a:prstGeom>
            <a:solidFill>
              <a:schemeClr val="accent6"/>
            </a:solidFill>
            <a:ln>
              <a:noFill/>
            </a:ln>
          </p:spPr>
          <p:txBody>
            <a:bodyPr lIns="91425" tIns="91425" rIns="91425" bIns="91425" anchor="ctr" anchorCtr="0">
              <a:noAutofit/>
            </a:bodyPr>
            <a:lstStyle/>
            <a:p>
              <a:pPr lvl="0">
                <a:spcBef>
                  <a:spcPts val="0"/>
                </a:spcBef>
                <a:buNone/>
              </a:pPr>
              <a:endParaRPr/>
            </a:p>
          </p:txBody>
        </p:sp>
      </p:grpSp>
      <p:sp>
        <p:nvSpPr>
          <p:cNvPr id="16" name="Shape 16"/>
          <p:cNvSpPr txBox="1">
            <a:spLocks noGrp="1"/>
          </p:cNvSpPr>
          <p:nvPr>
            <p:ph type="ctrTitle"/>
          </p:nvPr>
        </p:nvSpPr>
        <p:spPr>
          <a:xfrm>
            <a:off x="598100" y="1775222"/>
            <a:ext cx="8222100" cy="838800"/>
          </a:xfrm>
          <a:prstGeom prst="rect">
            <a:avLst/>
          </a:prstGeom>
        </p:spPr>
        <p:txBody>
          <a:bodyPr lIns="91425" tIns="91425" rIns="91425" bIns="91425" anchor="b" anchorCtr="0"/>
          <a:lstStyle>
            <a:lvl1pPr lvl="0">
              <a:spcBef>
                <a:spcPts val="0"/>
              </a:spcBef>
              <a:buClr>
                <a:schemeClr val="lt1"/>
              </a:buClr>
              <a:buSzPct val="100000"/>
              <a:defRPr sz="4200">
                <a:solidFill>
                  <a:schemeClr val="lt1"/>
                </a:solidFill>
              </a:defRPr>
            </a:lvl1pPr>
            <a:lvl2pPr lvl="1">
              <a:spcBef>
                <a:spcPts val="0"/>
              </a:spcBef>
              <a:buClr>
                <a:schemeClr val="lt1"/>
              </a:buClr>
              <a:buSzPct val="100000"/>
              <a:defRPr sz="4200">
                <a:solidFill>
                  <a:schemeClr val="lt1"/>
                </a:solidFill>
              </a:defRPr>
            </a:lvl2pPr>
            <a:lvl3pPr lvl="2">
              <a:spcBef>
                <a:spcPts val="0"/>
              </a:spcBef>
              <a:buClr>
                <a:schemeClr val="lt1"/>
              </a:buClr>
              <a:buSzPct val="100000"/>
              <a:defRPr sz="4200">
                <a:solidFill>
                  <a:schemeClr val="lt1"/>
                </a:solidFill>
              </a:defRPr>
            </a:lvl3pPr>
            <a:lvl4pPr lvl="3">
              <a:spcBef>
                <a:spcPts val="0"/>
              </a:spcBef>
              <a:buClr>
                <a:schemeClr val="lt1"/>
              </a:buClr>
              <a:buSzPct val="100000"/>
              <a:defRPr sz="4200">
                <a:solidFill>
                  <a:schemeClr val="lt1"/>
                </a:solidFill>
              </a:defRPr>
            </a:lvl4pPr>
            <a:lvl5pPr lvl="4">
              <a:spcBef>
                <a:spcPts val="0"/>
              </a:spcBef>
              <a:buClr>
                <a:schemeClr val="lt1"/>
              </a:buClr>
              <a:buSzPct val="100000"/>
              <a:defRPr sz="4200">
                <a:solidFill>
                  <a:schemeClr val="lt1"/>
                </a:solidFill>
              </a:defRPr>
            </a:lvl5pPr>
            <a:lvl6pPr lvl="5">
              <a:spcBef>
                <a:spcPts val="0"/>
              </a:spcBef>
              <a:buClr>
                <a:schemeClr val="lt1"/>
              </a:buClr>
              <a:buSzPct val="100000"/>
              <a:defRPr sz="4200">
                <a:solidFill>
                  <a:schemeClr val="lt1"/>
                </a:solidFill>
              </a:defRPr>
            </a:lvl6pPr>
            <a:lvl7pPr lvl="6">
              <a:spcBef>
                <a:spcPts val="0"/>
              </a:spcBef>
              <a:buClr>
                <a:schemeClr val="lt1"/>
              </a:buClr>
              <a:buSzPct val="100000"/>
              <a:defRPr sz="4200">
                <a:solidFill>
                  <a:schemeClr val="lt1"/>
                </a:solidFill>
              </a:defRPr>
            </a:lvl7pPr>
            <a:lvl8pPr lvl="7">
              <a:spcBef>
                <a:spcPts val="0"/>
              </a:spcBef>
              <a:buClr>
                <a:schemeClr val="lt1"/>
              </a:buClr>
              <a:buSzPct val="100000"/>
              <a:defRPr sz="4200">
                <a:solidFill>
                  <a:schemeClr val="lt1"/>
                </a:solidFill>
              </a:defRPr>
            </a:lvl8pPr>
            <a:lvl9pPr lvl="8">
              <a:spcBef>
                <a:spcPts val="0"/>
              </a:spcBef>
              <a:buClr>
                <a:schemeClr val="lt1"/>
              </a:buClr>
              <a:buSzPct val="100000"/>
              <a:defRPr sz="4200">
                <a:solidFill>
                  <a:schemeClr val="lt1"/>
                </a:solidFill>
              </a:defRPr>
            </a:lvl9pPr>
          </a:lstStyle>
          <a:p>
            <a:endParaRPr/>
          </a:p>
        </p:txBody>
      </p:sp>
      <p:sp>
        <p:nvSpPr>
          <p:cNvPr id="17" name="Shape 17"/>
          <p:cNvSpPr txBox="1">
            <a:spLocks noGrp="1"/>
          </p:cNvSpPr>
          <p:nvPr>
            <p:ph type="subTitle" idx="1"/>
          </p:nvPr>
        </p:nvSpPr>
        <p:spPr>
          <a:xfrm>
            <a:off x="598088" y="2715912"/>
            <a:ext cx="8222100" cy="432900"/>
          </a:xfrm>
          <a:prstGeom prst="rect">
            <a:avLst/>
          </a:prstGeom>
        </p:spPr>
        <p:txBody>
          <a:bodyPr lIns="91425" tIns="91425" rIns="91425" bIns="91425" anchor="t" anchorCtr="0"/>
          <a:lstStyle>
            <a:lvl1pPr lvl="0">
              <a:lnSpc>
                <a:spcPct val="100000"/>
              </a:lnSpc>
              <a:spcBef>
                <a:spcPts val="0"/>
              </a:spcBef>
              <a:spcAft>
                <a:spcPts val="0"/>
              </a:spcAft>
              <a:buClr>
                <a:schemeClr val="lt1"/>
              </a:buClr>
              <a:buSzPct val="100000"/>
              <a:buNone/>
              <a:defRPr sz="2100">
                <a:solidFill>
                  <a:schemeClr val="lt1"/>
                </a:solidFill>
              </a:defRPr>
            </a:lvl1pPr>
            <a:lvl2pPr lvl="1">
              <a:lnSpc>
                <a:spcPct val="100000"/>
              </a:lnSpc>
              <a:spcBef>
                <a:spcPts val="0"/>
              </a:spcBef>
              <a:spcAft>
                <a:spcPts val="0"/>
              </a:spcAft>
              <a:buClr>
                <a:schemeClr val="lt1"/>
              </a:buClr>
              <a:buSzPct val="100000"/>
              <a:buNone/>
              <a:defRPr sz="2100">
                <a:solidFill>
                  <a:schemeClr val="lt1"/>
                </a:solidFill>
              </a:defRPr>
            </a:lvl2pPr>
            <a:lvl3pPr lvl="2">
              <a:lnSpc>
                <a:spcPct val="100000"/>
              </a:lnSpc>
              <a:spcBef>
                <a:spcPts val="0"/>
              </a:spcBef>
              <a:spcAft>
                <a:spcPts val="0"/>
              </a:spcAft>
              <a:buClr>
                <a:schemeClr val="lt1"/>
              </a:buClr>
              <a:buSzPct val="100000"/>
              <a:buNone/>
              <a:defRPr sz="2100">
                <a:solidFill>
                  <a:schemeClr val="lt1"/>
                </a:solidFill>
              </a:defRPr>
            </a:lvl3pPr>
            <a:lvl4pPr lvl="3">
              <a:lnSpc>
                <a:spcPct val="100000"/>
              </a:lnSpc>
              <a:spcBef>
                <a:spcPts val="0"/>
              </a:spcBef>
              <a:spcAft>
                <a:spcPts val="0"/>
              </a:spcAft>
              <a:buClr>
                <a:schemeClr val="lt1"/>
              </a:buClr>
              <a:buSzPct val="100000"/>
              <a:buNone/>
              <a:defRPr sz="2100">
                <a:solidFill>
                  <a:schemeClr val="lt1"/>
                </a:solidFill>
              </a:defRPr>
            </a:lvl4pPr>
            <a:lvl5pPr lvl="4">
              <a:lnSpc>
                <a:spcPct val="100000"/>
              </a:lnSpc>
              <a:spcBef>
                <a:spcPts val="0"/>
              </a:spcBef>
              <a:spcAft>
                <a:spcPts val="0"/>
              </a:spcAft>
              <a:buClr>
                <a:schemeClr val="lt1"/>
              </a:buClr>
              <a:buSzPct val="100000"/>
              <a:buNone/>
              <a:defRPr sz="2100">
                <a:solidFill>
                  <a:schemeClr val="lt1"/>
                </a:solidFill>
              </a:defRPr>
            </a:lvl5pPr>
            <a:lvl6pPr lvl="5">
              <a:lnSpc>
                <a:spcPct val="100000"/>
              </a:lnSpc>
              <a:spcBef>
                <a:spcPts val="0"/>
              </a:spcBef>
              <a:spcAft>
                <a:spcPts val="0"/>
              </a:spcAft>
              <a:buClr>
                <a:schemeClr val="lt1"/>
              </a:buClr>
              <a:buSzPct val="100000"/>
              <a:buNone/>
              <a:defRPr sz="2100">
                <a:solidFill>
                  <a:schemeClr val="lt1"/>
                </a:solidFill>
              </a:defRPr>
            </a:lvl6pPr>
            <a:lvl7pPr lvl="6">
              <a:lnSpc>
                <a:spcPct val="100000"/>
              </a:lnSpc>
              <a:spcBef>
                <a:spcPts val="0"/>
              </a:spcBef>
              <a:spcAft>
                <a:spcPts val="0"/>
              </a:spcAft>
              <a:buClr>
                <a:schemeClr val="lt1"/>
              </a:buClr>
              <a:buSzPct val="100000"/>
              <a:buNone/>
              <a:defRPr sz="2100">
                <a:solidFill>
                  <a:schemeClr val="lt1"/>
                </a:solidFill>
              </a:defRPr>
            </a:lvl7pPr>
            <a:lvl8pPr lvl="7">
              <a:lnSpc>
                <a:spcPct val="100000"/>
              </a:lnSpc>
              <a:spcBef>
                <a:spcPts val="0"/>
              </a:spcBef>
              <a:spcAft>
                <a:spcPts val="0"/>
              </a:spcAft>
              <a:buClr>
                <a:schemeClr val="lt1"/>
              </a:buClr>
              <a:buSzPct val="100000"/>
              <a:buNone/>
              <a:defRPr sz="2100">
                <a:solidFill>
                  <a:schemeClr val="lt1"/>
                </a:solidFill>
              </a:defRPr>
            </a:lvl8pPr>
            <a:lvl9pPr lvl="8">
              <a:lnSpc>
                <a:spcPct val="100000"/>
              </a:lnSpc>
              <a:spcBef>
                <a:spcPts val="0"/>
              </a:spcBef>
              <a:spcAft>
                <a:spcPts val="0"/>
              </a:spcAft>
              <a:buClr>
                <a:schemeClr val="lt1"/>
              </a:buClr>
              <a:buSzPct val="100000"/>
              <a:buNone/>
              <a:defRPr sz="2100">
                <a:solidFill>
                  <a:schemeClr val="lt1"/>
                </a:solidFill>
              </a:defRPr>
            </a:lvl9pPr>
          </a:lstStyle>
          <a:p>
            <a:endParaRPr/>
          </a:p>
        </p:txBody>
      </p:sp>
      <p:sp>
        <p:nvSpPr>
          <p:cNvPr id="18" name="Shape 18"/>
          <p:cNvSpPr txBox="1">
            <a:spLocks noGrp="1"/>
          </p:cNvSpPr>
          <p:nvPr>
            <p:ph type="sldNum" idx="12"/>
          </p:nvPr>
        </p:nvSpPr>
        <p:spPr>
          <a:xfrm>
            <a:off x="8460431" y="4651190"/>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‹Nº›</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bg>
      <p:bgPr>
        <a:solidFill>
          <a:schemeClr val="dk1"/>
        </a:solidFill>
        <a:effectLst/>
      </p:bgPr>
    </p:bg>
    <p:spTree>
      <p:nvGrpSpPr>
        <p:cNvPr id="1" name="Shape 19"/>
        <p:cNvGrpSpPr/>
        <p:nvPr/>
      </p:nvGrpSpPr>
      <p:grpSpPr>
        <a:xfrm>
          <a:off x="0" y="0"/>
          <a:ext cx="0" cy="0"/>
          <a:chOff x="0" y="0"/>
          <a:chExt cx="0" cy="0"/>
        </a:xfrm>
      </p:grpSpPr>
      <p:grpSp>
        <p:nvGrpSpPr>
          <p:cNvPr id="20" name="Shape 20"/>
          <p:cNvGrpSpPr/>
          <p:nvPr/>
        </p:nvGrpSpPr>
        <p:grpSpPr>
          <a:xfrm>
            <a:off x="6098378" y="4"/>
            <a:ext cx="3045625" cy="2030570"/>
            <a:chOff x="6098378" y="4"/>
            <a:chExt cx="3045625" cy="2030570"/>
          </a:xfrm>
        </p:grpSpPr>
        <p:sp>
          <p:nvSpPr>
            <p:cNvPr id="21" name="Shape 21"/>
            <p:cNvSpPr/>
            <p:nvPr/>
          </p:nvSpPr>
          <p:spPr>
            <a:xfrm>
              <a:off x="8128803" y="15"/>
              <a:ext cx="1015200" cy="1015200"/>
            </a:xfrm>
            <a:prstGeom prst="rect">
              <a:avLst/>
            </a:prstGeom>
            <a:solidFill>
              <a:schemeClr val="accent1"/>
            </a:solidFill>
            <a:ln>
              <a:noFill/>
            </a:ln>
          </p:spPr>
          <p:txBody>
            <a:bodyPr lIns="91425" tIns="91425" rIns="91425" bIns="91425" anchor="ctr" anchorCtr="0">
              <a:noAutofit/>
            </a:bodyPr>
            <a:lstStyle/>
            <a:p>
              <a:pPr lvl="0">
                <a:spcBef>
                  <a:spcPts val="0"/>
                </a:spcBef>
                <a:buNone/>
              </a:pPr>
              <a:endParaRPr/>
            </a:p>
          </p:txBody>
        </p:sp>
        <p:sp>
          <p:nvSpPr>
            <p:cNvPr id="22" name="Shape 22"/>
            <p:cNvSpPr/>
            <p:nvPr/>
          </p:nvSpPr>
          <p:spPr>
            <a:xfrm flipH="1">
              <a:off x="7113463" y="4"/>
              <a:ext cx="1015200" cy="1015200"/>
            </a:xfrm>
            <a:prstGeom prst="rtTriangle">
              <a:avLst/>
            </a:prstGeom>
            <a:solidFill>
              <a:schemeClr val="accent2"/>
            </a:solidFill>
            <a:ln>
              <a:noFill/>
            </a:ln>
          </p:spPr>
          <p:txBody>
            <a:bodyPr lIns="91425" tIns="91425" rIns="91425" bIns="91425" anchor="ctr" anchorCtr="0">
              <a:noAutofit/>
            </a:bodyPr>
            <a:lstStyle/>
            <a:p>
              <a:pPr lvl="0">
                <a:spcBef>
                  <a:spcPts val="0"/>
                </a:spcBef>
                <a:buNone/>
              </a:pPr>
              <a:endParaRPr/>
            </a:p>
          </p:txBody>
        </p:sp>
        <p:sp>
          <p:nvSpPr>
            <p:cNvPr id="23" name="Shape 23"/>
            <p:cNvSpPr/>
            <p:nvPr/>
          </p:nvSpPr>
          <p:spPr>
            <a:xfrm rot="10800000" flipH="1">
              <a:off x="7113588" y="106"/>
              <a:ext cx="1015200" cy="1015200"/>
            </a:xfrm>
            <a:prstGeom prst="rtTriangle">
              <a:avLst/>
            </a:prstGeom>
            <a:solidFill>
              <a:schemeClr val="accent6"/>
            </a:solidFill>
            <a:ln>
              <a:noFill/>
            </a:ln>
          </p:spPr>
          <p:txBody>
            <a:bodyPr lIns="91425" tIns="91425" rIns="91425" bIns="91425" anchor="ctr" anchorCtr="0">
              <a:noAutofit/>
            </a:bodyPr>
            <a:lstStyle/>
            <a:p>
              <a:pPr lvl="0">
                <a:spcBef>
                  <a:spcPts val="0"/>
                </a:spcBef>
                <a:buNone/>
              </a:pPr>
              <a:endParaRPr/>
            </a:p>
          </p:txBody>
        </p:sp>
        <p:sp>
          <p:nvSpPr>
            <p:cNvPr id="24" name="Shape 24"/>
            <p:cNvSpPr/>
            <p:nvPr/>
          </p:nvSpPr>
          <p:spPr>
            <a:xfrm rot="10800000">
              <a:off x="6098378" y="96"/>
              <a:ext cx="1015200" cy="1015200"/>
            </a:xfrm>
            <a:prstGeom prst="rtTriangle">
              <a:avLst/>
            </a:prstGeom>
            <a:solidFill>
              <a:schemeClr val="accent1"/>
            </a:solidFill>
            <a:ln>
              <a:noFill/>
            </a:ln>
          </p:spPr>
          <p:txBody>
            <a:bodyPr lIns="91425" tIns="91425" rIns="91425" bIns="91425" anchor="ctr" anchorCtr="0">
              <a:noAutofit/>
            </a:bodyPr>
            <a:lstStyle/>
            <a:p>
              <a:pPr lvl="0">
                <a:spcBef>
                  <a:spcPts val="0"/>
                </a:spcBef>
                <a:buNone/>
              </a:pPr>
              <a:endParaRPr/>
            </a:p>
          </p:txBody>
        </p:sp>
        <p:sp>
          <p:nvSpPr>
            <p:cNvPr id="25" name="Shape 25"/>
            <p:cNvSpPr/>
            <p:nvPr/>
          </p:nvSpPr>
          <p:spPr>
            <a:xfrm rot="10800000">
              <a:off x="8128789" y="1015375"/>
              <a:ext cx="1015200" cy="1015200"/>
            </a:xfrm>
            <a:prstGeom prst="rtTriangle">
              <a:avLst/>
            </a:prstGeom>
            <a:solidFill>
              <a:schemeClr val="accent6"/>
            </a:solidFill>
            <a:ln>
              <a:noFill/>
            </a:ln>
          </p:spPr>
          <p:txBody>
            <a:bodyPr lIns="91425" tIns="91425" rIns="91425" bIns="91425" anchor="ctr" anchorCtr="0">
              <a:noAutofit/>
            </a:bodyPr>
            <a:lstStyle/>
            <a:p>
              <a:pPr lvl="0">
                <a:spcBef>
                  <a:spcPts val="0"/>
                </a:spcBef>
                <a:buNone/>
              </a:pPr>
              <a:endParaRPr/>
            </a:p>
          </p:txBody>
        </p:sp>
      </p:grpSp>
      <p:sp>
        <p:nvSpPr>
          <p:cNvPr id="26" name="Shape 26"/>
          <p:cNvSpPr txBox="1">
            <a:spLocks noGrp="1"/>
          </p:cNvSpPr>
          <p:nvPr>
            <p:ph type="title"/>
          </p:nvPr>
        </p:nvSpPr>
        <p:spPr>
          <a:xfrm>
            <a:off x="598100" y="2152347"/>
            <a:ext cx="8222100" cy="838800"/>
          </a:xfrm>
          <a:prstGeom prst="rect">
            <a:avLst/>
          </a:prstGeom>
        </p:spPr>
        <p:txBody>
          <a:bodyPr lIns="91425" tIns="91425" rIns="91425" bIns="91425" anchor="ctr" anchorCtr="0"/>
          <a:lstStyle>
            <a:lvl1pPr lvl="0">
              <a:spcBef>
                <a:spcPts val="0"/>
              </a:spcBef>
              <a:buClr>
                <a:schemeClr val="lt1"/>
              </a:buClr>
              <a:buSzPct val="100000"/>
              <a:defRPr sz="4200">
                <a:solidFill>
                  <a:schemeClr val="lt1"/>
                </a:solidFill>
              </a:defRPr>
            </a:lvl1pPr>
            <a:lvl2pPr lvl="1">
              <a:spcBef>
                <a:spcPts val="0"/>
              </a:spcBef>
              <a:buClr>
                <a:schemeClr val="lt1"/>
              </a:buClr>
              <a:buSzPct val="100000"/>
              <a:defRPr sz="4200">
                <a:solidFill>
                  <a:schemeClr val="lt1"/>
                </a:solidFill>
              </a:defRPr>
            </a:lvl2pPr>
            <a:lvl3pPr lvl="2">
              <a:spcBef>
                <a:spcPts val="0"/>
              </a:spcBef>
              <a:buClr>
                <a:schemeClr val="lt1"/>
              </a:buClr>
              <a:buSzPct val="100000"/>
              <a:defRPr sz="4200">
                <a:solidFill>
                  <a:schemeClr val="lt1"/>
                </a:solidFill>
              </a:defRPr>
            </a:lvl3pPr>
            <a:lvl4pPr lvl="3">
              <a:spcBef>
                <a:spcPts val="0"/>
              </a:spcBef>
              <a:buClr>
                <a:schemeClr val="lt1"/>
              </a:buClr>
              <a:buSzPct val="100000"/>
              <a:defRPr sz="4200">
                <a:solidFill>
                  <a:schemeClr val="lt1"/>
                </a:solidFill>
              </a:defRPr>
            </a:lvl4pPr>
            <a:lvl5pPr lvl="4">
              <a:spcBef>
                <a:spcPts val="0"/>
              </a:spcBef>
              <a:buClr>
                <a:schemeClr val="lt1"/>
              </a:buClr>
              <a:buSzPct val="100000"/>
              <a:defRPr sz="4200">
                <a:solidFill>
                  <a:schemeClr val="lt1"/>
                </a:solidFill>
              </a:defRPr>
            </a:lvl5pPr>
            <a:lvl6pPr lvl="5">
              <a:spcBef>
                <a:spcPts val="0"/>
              </a:spcBef>
              <a:buClr>
                <a:schemeClr val="lt1"/>
              </a:buClr>
              <a:buSzPct val="100000"/>
              <a:defRPr sz="4200">
                <a:solidFill>
                  <a:schemeClr val="lt1"/>
                </a:solidFill>
              </a:defRPr>
            </a:lvl6pPr>
            <a:lvl7pPr lvl="6">
              <a:spcBef>
                <a:spcPts val="0"/>
              </a:spcBef>
              <a:buClr>
                <a:schemeClr val="lt1"/>
              </a:buClr>
              <a:buSzPct val="100000"/>
              <a:defRPr sz="4200">
                <a:solidFill>
                  <a:schemeClr val="lt1"/>
                </a:solidFill>
              </a:defRPr>
            </a:lvl7pPr>
            <a:lvl8pPr lvl="7">
              <a:spcBef>
                <a:spcPts val="0"/>
              </a:spcBef>
              <a:buClr>
                <a:schemeClr val="lt1"/>
              </a:buClr>
              <a:buSzPct val="100000"/>
              <a:defRPr sz="4200">
                <a:solidFill>
                  <a:schemeClr val="lt1"/>
                </a:solidFill>
              </a:defRPr>
            </a:lvl8pPr>
            <a:lvl9pPr lvl="8">
              <a:spcBef>
                <a:spcPts val="0"/>
              </a:spcBef>
              <a:buClr>
                <a:schemeClr val="lt1"/>
              </a:buClr>
              <a:buSzPct val="100000"/>
              <a:defRPr sz="4200">
                <a:solidFill>
                  <a:schemeClr val="lt1"/>
                </a:solidFill>
              </a:defRPr>
            </a:lvl9pPr>
          </a:lstStyle>
          <a:p>
            <a:endParaRPr/>
          </a:p>
        </p:txBody>
      </p:sp>
      <p:sp>
        <p:nvSpPr>
          <p:cNvPr id="27" name="Shape 27"/>
          <p:cNvSpPr txBox="1">
            <a:spLocks noGrp="1"/>
          </p:cNvSpPr>
          <p:nvPr>
            <p:ph type="sldNum" idx="12"/>
          </p:nvPr>
        </p:nvSpPr>
        <p:spPr>
          <a:xfrm>
            <a:off x="8460431" y="4651190"/>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‹Nº›</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8"/>
        <p:cNvGrpSpPr/>
        <p:nvPr/>
      </p:nvGrpSpPr>
      <p:grpSpPr>
        <a:xfrm>
          <a:off x="0" y="0"/>
          <a:ext cx="0" cy="0"/>
          <a:chOff x="0" y="0"/>
          <a:chExt cx="0" cy="0"/>
        </a:xfrm>
      </p:grpSpPr>
      <p:grpSp>
        <p:nvGrpSpPr>
          <p:cNvPr id="29" name="Shape 29"/>
          <p:cNvGrpSpPr/>
          <p:nvPr/>
        </p:nvGrpSpPr>
        <p:grpSpPr>
          <a:xfrm>
            <a:off x="0" y="3903669"/>
            <a:ext cx="9144000" cy="1239925"/>
            <a:chOff x="0" y="3903669"/>
            <a:chExt cx="9144000" cy="1239925"/>
          </a:xfrm>
        </p:grpSpPr>
        <p:sp>
          <p:nvSpPr>
            <p:cNvPr id="30" name="Shape 30"/>
            <p:cNvSpPr/>
            <p:nvPr/>
          </p:nvSpPr>
          <p:spPr>
            <a:xfrm>
              <a:off x="8154895" y="3903669"/>
              <a:ext cx="989100" cy="987900"/>
            </a:xfrm>
            <a:prstGeom prst="rtTriangle">
              <a:avLst/>
            </a:prstGeom>
            <a:solidFill>
              <a:schemeClr val="accent5"/>
            </a:solidFill>
            <a:ln>
              <a:noFill/>
            </a:ln>
          </p:spPr>
          <p:txBody>
            <a:bodyPr lIns="91425" tIns="91425" rIns="91425" bIns="91425" anchor="ctr" anchorCtr="0">
              <a:noAutofit/>
            </a:bodyPr>
            <a:lstStyle/>
            <a:p>
              <a:pPr lvl="0">
                <a:spcBef>
                  <a:spcPts val="0"/>
                </a:spcBef>
                <a:buNone/>
              </a:pPr>
              <a:endParaRPr/>
            </a:p>
          </p:txBody>
        </p:sp>
        <p:sp>
          <p:nvSpPr>
            <p:cNvPr id="31" name="Shape 31"/>
            <p:cNvSpPr/>
            <p:nvPr/>
          </p:nvSpPr>
          <p:spPr>
            <a:xfrm flipH="1">
              <a:off x="6181162" y="3903669"/>
              <a:ext cx="989100" cy="987900"/>
            </a:xfrm>
            <a:prstGeom prst="rtTriangle">
              <a:avLst/>
            </a:prstGeom>
            <a:solidFill>
              <a:schemeClr val="accent5"/>
            </a:solidFill>
            <a:ln>
              <a:noFill/>
            </a:ln>
          </p:spPr>
          <p:txBody>
            <a:bodyPr lIns="91425" tIns="91425" rIns="91425" bIns="91425" anchor="ctr" anchorCtr="0">
              <a:noAutofit/>
            </a:bodyPr>
            <a:lstStyle/>
            <a:p>
              <a:pPr lvl="0">
                <a:spcBef>
                  <a:spcPts val="0"/>
                </a:spcBef>
                <a:buNone/>
              </a:pPr>
              <a:endParaRPr/>
            </a:p>
          </p:txBody>
        </p:sp>
        <p:sp>
          <p:nvSpPr>
            <p:cNvPr id="32" name="Shape 32"/>
            <p:cNvSpPr/>
            <p:nvPr/>
          </p:nvSpPr>
          <p:spPr>
            <a:xfrm>
              <a:off x="7170274" y="3903669"/>
              <a:ext cx="989100" cy="987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3" name="Shape 33"/>
            <p:cNvSpPr/>
            <p:nvPr/>
          </p:nvSpPr>
          <p:spPr>
            <a:xfrm rot="10800000">
              <a:off x="8154757" y="3903682"/>
              <a:ext cx="989100" cy="987900"/>
            </a:xfrm>
            <a:prstGeom prst="rtTriangle">
              <a:avLst/>
            </a:prstGeom>
            <a:solidFill>
              <a:schemeClr val="accent3"/>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4891594"/>
              <a:ext cx="9144000" cy="252000"/>
            </a:xfrm>
            <a:prstGeom prst="rect">
              <a:avLst/>
            </a:prstGeom>
            <a:solidFill>
              <a:schemeClr val="dk1"/>
            </a:solidFill>
            <a:ln>
              <a:noFill/>
            </a:ln>
          </p:spPr>
          <p:txBody>
            <a:bodyPr lIns="91425" tIns="91425" rIns="91425" bIns="91425" anchor="ctr" anchorCtr="0">
              <a:noAutofit/>
            </a:bodyPr>
            <a:lstStyle/>
            <a:p>
              <a:pPr lvl="0">
                <a:spcBef>
                  <a:spcPts val="0"/>
                </a:spcBef>
                <a:buNone/>
              </a:pPr>
              <a:endParaRPr/>
            </a:p>
          </p:txBody>
        </p:sp>
      </p:grpSp>
      <p:sp>
        <p:nvSpPr>
          <p:cNvPr id="35" name="Shape 35"/>
          <p:cNvSpPr txBox="1">
            <a:spLocks noGrp="1"/>
          </p:cNvSpPr>
          <p:nvPr>
            <p:ph type="title"/>
          </p:nvPr>
        </p:nvSpPr>
        <p:spPr>
          <a:xfrm>
            <a:off x="311700" y="410000"/>
            <a:ext cx="8520600" cy="6078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6" name="Shape 36"/>
          <p:cNvSpPr txBox="1">
            <a:spLocks noGrp="1"/>
          </p:cNvSpPr>
          <p:nvPr>
            <p:ph type="body" idx="1"/>
          </p:nvPr>
        </p:nvSpPr>
        <p:spPr>
          <a:xfrm>
            <a:off x="311700" y="1229875"/>
            <a:ext cx="8520600" cy="33390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7" name="Shape 37"/>
          <p:cNvSpPr txBox="1">
            <a:spLocks noGrp="1"/>
          </p:cNvSpPr>
          <p:nvPr>
            <p:ph type="sldNum" idx="12"/>
          </p:nvPr>
        </p:nvSpPr>
        <p:spPr>
          <a:xfrm>
            <a:off x="8460431" y="4651190"/>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‹Nº›</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311700" y="410000"/>
            <a:ext cx="8520600" cy="6078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0" name="Shape 40"/>
          <p:cNvSpPr txBox="1">
            <a:spLocks noGrp="1"/>
          </p:cNvSpPr>
          <p:nvPr>
            <p:ph type="body" idx="1"/>
          </p:nvPr>
        </p:nvSpPr>
        <p:spPr>
          <a:xfrm>
            <a:off x="311700" y="1229975"/>
            <a:ext cx="3999900" cy="33390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41" name="Shape 41"/>
          <p:cNvSpPr txBox="1">
            <a:spLocks noGrp="1"/>
          </p:cNvSpPr>
          <p:nvPr>
            <p:ph type="body" idx="2"/>
          </p:nvPr>
        </p:nvSpPr>
        <p:spPr>
          <a:xfrm>
            <a:off x="4832400" y="1229975"/>
            <a:ext cx="3999900" cy="33390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42" name="Shape 42"/>
          <p:cNvSpPr txBox="1">
            <a:spLocks noGrp="1"/>
          </p:cNvSpPr>
          <p:nvPr>
            <p:ph type="sldNum" idx="12"/>
          </p:nvPr>
        </p:nvSpPr>
        <p:spPr>
          <a:xfrm>
            <a:off x="8460431" y="4651190"/>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solidFill>
                  <a:schemeClr val="dk2"/>
                </a:solidFill>
              </a:rPr>
              <a:t>‹Nº›</a:t>
            </a:fld>
            <a:endParaRPr lang="en">
              <a:solidFill>
                <a:schemeClr val="dk2"/>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311700" y="410000"/>
            <a:ext cx="8520600" cy="6078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8460431" y="4651190"/>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solidFill>
                  <a:schemeClr val="dk2"/>
                </a:solidFill>
              </a:rPr>
              <a:t>‹Nº›</a:t>
            </a:fld>
            <a:endParaRPr lang="en">
              <a:solidFill>
                <a:schemeClr val="dk2"/>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46"/>
        <p:cNvGrpSpPr/>
        <p:nvPr/>
      </p:nvGrpSpPr>
      <p:grpSpPr>
        <a:xfrm>
          <a:off x="0" y="0"/>
          <a:ext cx="0" cy="0"/>
          <a:chOff x="0" y="0"/>
          <a:chExt cx="0" cy="0"/>
        </a:xfrm>
      </p:grpSpPr>
      <p:sp>
        <p:nvSpPr>
          <p:cNvPr id="47" name="Shape 47"/>
          <p:cNvSpPr txBox="1">
            <a:spLocks noGrp="1"/>
          </p:cNvSpPr>
          <p:nvPr>
            <p:ph type="title"/>
          </p:nvPr>
        </p:nvSpPr>
        <p:spPr>
          <a:xfrm>
            <a:off x="311700" y="555600"/>
            <a:ext cx="2808000" cy="755700"/>
          </a:xfrm>
          <a:prstGeom prst="rect">
            <a:avLst/>
          </a:prstGeom>
        </p:spPr>
        <p:txBody>
          <a:bodyPr lIns="91425" tIns="91425" rIns="91425" bIns="91425" anchor="b" anchorCtr="0"/>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48" name="Shape 48"/>
          <p:cNvSpPr txBox="1">
            <a:spLocks noGrp="1"/>
          </p:cNvSpPr>
          <p:nvPr>
            <p:ph type="body" idx="1"/>
          </p:nvPr>
        </p:nvSpPr>
        <p:spPr>
          <a:xfrm>
            <a:off x="311700" y="1465804"/>
            <a:ext cx="2808000" cy="3103200"/>
          </a:xfrm>
          <a:prstGeom prst="rect">
            <a:avLst/>
          </a:prstGeom>
        </p:spPr>
        <p:txBody>
          <a:bodyPr lIns="91425" tIns="91425" rIns="91425" bIns="91425" anchor="t" anchorCtr="0"/>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49" name="Shape 49"/>
          <p:cNvSpPr txBox="1">
            <a:spLocks noGrp="1"/>
          </p:cNvSpPr>
          <p:nvPr>
            <p:ph type="sldNum" idx="12"/>
          </p:nvPr>
        </p:nvSpPr>
        <p:spPr>
          <a:xfrm>
            <a:off x="8460431" y="4651190"/>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solidFill>
                  <a:schemeClr val="dk2"/>
                </a:solidFill>
              </a:rPr>
              <a:t>‹Nº›</a:t>
            </a:fld>
            <a:endParaRPr lang="en">
              <a:solidFill>
                <a:schemeClr val="dk2"/>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bg>
      <p:bgPr>
        <a:solidFill>
          <a:schemeClr val="accent4"/>
        </a:solidFill>
        <a:effectLst/>
      </p:bgPr>
    </p:bg>
    <p:spTree>
      <p:nvGrpSpPr>
        <p:cNvPr id="1" name="Shape 50"/>
        <p:cNvGrpSpPr/>
        <p:nvPr/>
      </p:nvGrpSpPr>
      <p:grpSpPr>
        <a:xfrm>
          <a:off x="0" y="0"/>
          <a:ext cx="0" cy="0"/>
          <a:chOff x="0" y="0"/>
          <a:chExt cx="0" cy="0"/>
        </a:xfrm>
      </p:grpSpPr>
      <p:grpSp>
        <p:nvGrpSpPr>
          <p:cNvPr id="51" name="Shape 51"/>
          <p:cNvGrpSpPr/>
          <p:nvPr/>
        </p:nvGrpSpPr>
        <p:grpSpPr>
          <a:xfrm>
            <a:off x="6098378" y="4"/>
            <a:ext cx="3045625" cy="2030570"/>
            <a:chOff x="6098378" y="4"/>
            <a:chExt cx="3045625" cy="2030570"/>
          </a:xfrm>
        </p:grpSpPr>
        <p:sp>
          <p:nvSpPr>
            <p:cNvPr id="52" name="Shape 52"/>
            <p:cNvSpPr/>
            <p:nvPr/>
          </p:nvSpPr>
          <p:spPr>
            <a:xfrm>
              <a:off x="8128803" y="15"/>
              <a:ext cx="1015200" cy="1015200"/>
            </a:xfrm>
            <a:prstGeom prst="rect">
              <a:avLst/>
            </a:prstGeom>
            <a:solidFill>
              <a:schemeClr val="accent3"/>
            </a:solidFill>
            <a:ln>
              <a:noFill/>
            </a:ln>
          </p:spPr>
          <p:txBody>
            <a:bodyPr lIns="91425" tIns="91425" rIns="91425" bIns="91425" anchor="ctr" anchorCtr="0">
              <a:noAutofit/>
            </a:bodyPr>
            <a:lstStyle/>
            <a:p>
              <a:pPr lvl="0">
                <a:spcBef>
                  <a:spcPts val="0"/>
                </a:spcBef>
                <a:buNone/>
              </a:pPr>
              <a:endParaRPr/>
            </a:p>
          </p:txBody>
        </p:sp>
        <p:sp>
          <p:nvSpPr>
            <p:cNvPr id="53" name="Shape 53"/>
            <p:cNvSpPr/>
            <p:nvPr/>
          </p:nvSpPr>
          <p:spPr>
            <a:xfrm flipH="1">
              <a:off x="7113463" y="4"/>
              <a:ext cx="1015200" cy="1015200"/>
            </a:xfrm>
            <a:prstGeom prst="rtTriangle">
              <a:avLst/>
            </a:prstGeom>
            <a:solidFill>
              <a:schemeClr val="accent5"/>
            </a:solidFill>
            <a:ln>
              <a:noFill/>
            </a:ln>
          </p:spPr>
          <p:txBody>
            <a:bodyPr lIns="91425" tIns="91425" rIns="91425" bIns="91425" anchor="ctr" anchorCtr="0">
              <a:noAutofit/>
            </a:bodyPr>
            <a:lstStyle/>
            <a:p>
              <a:pPr lvl="0">
                <a:spcBef>
                  <a:spcPts val="0"/>
                </a:spcBef>
                <a:buNone/>
              </a:pPr>
              <a:endParaRPr/>
            </a:p>
          </p:txBody>
        </p:sp>
        <p:sp>
          <p:nvSpPr>
            <p:cNvPr id="54" name="Shape 54"/>
            <p:cNvSpPr/>
            <p:nvPr/>
          </p:nvSpPr>
          <p:spPr>
            <a:xfrm rot="10800000" flipH="1">
              <a:off x="7113588" y="106"/>
              <a:ext cx="1015200" cy="1015200"/>
            </a:xfrm>
            <a:prstGeom prst="rtTriangle">
              <a:avLst/>
            </a:prstGeom>
            <a:solidFill>
              <a:schemeClr val="accent3"/>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10800000">
              <a:off x="6098378" y="96"/>
              <a:ext cx="1015200" cy="1015200"/>
            </a:xfrm>
            <a:prstGeom prst="rtTriangle">
              <a:avLst/>
            </a:prstGeom>
            <a:solidFill>
              <a:schemeClr val="accent5"/>
            </a:solidFill>
            <a:ln>
              <a:noFill/>
            </a:ln>
          </p:spPr>
          <p:txBody>
            <a:bodyPr lIns="91425" tIns="91425" rIns="91425" bIns="91425" anchor="ctr" anchorCtr="0">
              <a:noAutofit/>
            </a:bodyPr>
            <a:lstStyle/>
            <a:p>
              <a:pPr lvl="0">
                <a:spcBef>
                  <a:spcPts val="0"/>
                </a:spcBef>
                <a:buNone/>
              </a:pPr>
              <a:endParaRPr/>
            </a:p>
          </p:txBody>
        </p:sp>
        <p:sp>
          <p:nvSpPr>
            <p:cNvPr id="56" name="Shape 56"/>
            <p:cNvSpPr/>
            <p:nvPr/>
          </p:nvSpPr>
          <p:spPr>
            <a:xfrm rot="10800000">
              <a:off x="8128789" y="1015375"/>
              <a:ext cx="1015200" cy="1015200"/>
            </a:xfrm>
            <a:prstGeom prst="rtTriangle">
              <a:avLst/>
            </a:prstGeom>
            <a:solidFill>
              <a:schemeClr val="accent5"/>
            </a:solidFill>
            <a:ln>
              <a:noFill/>
            </a:ln>
          </p:spPr>
          <p:txBody>
            <a:bodyPr lIns="91425" tIns="91425" rIns="91425" bIns="91425" anchor="ctr" anchorCtr="0">
              <a:noAutofit/>
            </a:bodyPr>
            <a:lstStyle/>
            <a:p>
              <a:pPr lvl="0">
                <a:spcBef>
                  <a:spcPts val="0"/>
                </a:spcBef>
                <a:buNone/>
              </a:pPr>
              <a:endParaRPr/>
            </a:p>
          </p:txBody>
        </p:sp>
      </p:grpSp>
      <p:sp>
        <p:nvSpPr>
          <p:cNvPr id="57" name="Shape 57"/>
          <p:cNvSpPr txBox="1">
            <a:spLocks noGrp="1"/>
          </p:cNvSpPr>
          <p:nvPr>
            <p:ph type="title"/>
          </p:nvPr>
        </p:nvSpPr>
        <p:spPr>
          <a:xfrm>
            <a:off x="490250" y="526350"/>
            <a:ext cx="5618700" cy="4090800"/>
          </a:xfrm>
          <a:prstGeom prst="rect">
            <a:avLst/>
          </a:prstGeom>
        </p:spPr>
        <p:txBody>
          <a:bodyPr lIns="91425" tIns="91425" rIns="91425" bIns="91425" anchor="ctr" anchorCtr="0"/>
          <a:lstStyle>
            <a:lvl1pPr lvl="0">
              <a:spcBef>
                <a:spcPts val="0"/>
              </a:spcBef>
              <a:buClr>
                <a:schemeClr val="lt1"/>
              </a:buClr>
              <a:buSzPct val="100000"/>
              <a:defRPr sz="4800">
                <a:solidFill>
                  <a:schemeClr val="lt1"/>
                </a:solidFill>
              </a:defRPr>
            </a:lvl1pPr>
            <a:lvl2pPr lvl="1">
              <a:spcBef>
                <a:spcPts val="0"/>
              </a:spcBef>
              <a:buClr>
                <a:schemeClr val="lt1"/>
              </a:buClr>
              <a:buSzPct val="100000"/>
              <a:defRPr sz="4800">
                <a:solidFill>
                  <a:schemeClr val="lt1"/>
                </a:solidFill>
              </a:defRPr>
            </a:lvl2pPr>
            <a:lvl3pPr lvl="2">
              <a:spcBef>
                <a:spcPts val="0"/>
              </a:spcBef>
              <a:buClr>
                <a:schemeClr val="lt1"/>
              </a:buClr>
              <a:buSzPct val="100000"/>
              <a:defRPr sz="4800">
                <a:solidFill>
                  <a:schemeClr val="lt1"/>
                </a:solidFill>
              </a:defRPr>
            </a:lvl3pPr>
            <a:lvl4pPr lvl="3">
              <a:spcBef>
                <a:spcPts val="0"/>
              </a:spcBef>
              <a:buClr>
                <a:schemeClr val="lt1"/>
              </a:buClr>
              <a:buSzPct val="100000"/>
              <a:defRPr sz="4800">
                <a:solidFill>
                  <a:schemeClr val="lt1"/>
                </a:solidFill>
              </a:defRPr>
            </a:lvl4pPr>
            <a:lvl5pPr lvl="4">
              <a:spcBef>
                <a:spcPts val="0"/>
              </a:spcBef>
              <a:buClr>
                <a:schemeClr val="lt1"/>
              </a:buClr>
              <a:buSzPct val="100000"/>
              <a:defRPr sz="4800">
                <a:solidFill>
                  <a:schemeClr val="lt1"/>
                </a:solidFill>
              </a:defRPr>
            </a:lvl5pPr>
            <a:lvl6pPr lvl="5">
              <a:spcBef>
                <a:spcPts val="0"/>
              </a:spcBef>
              <a:buClr>
                <a:schemeClr val="lt1"/>
              </a:buClr>
              <a:buSzPct val="100000"/>
              <a:defRPr sz="4800">
                <a:solidFill>
                  <a:schemeClr val="lt1"/>
                </a:solidFill>
              </a:defRPr>
            </a:lvl6pPr>
            <a:lvl7pPr lvl="6">
              <a:spcBef>
                <a:spcPts val="0"/>
              </a:spcBef>
              <a:buClr>
                <a:schemeClr val="lt1"/>
              </a:buClr>
              <a:buSzPct val="100000"/>
              <a:defRPr sz="4800">
                <a:solidFill>
                  <a:schemeClr val="lt1"/>
                </a:solidFill>
              </a:defRPr>
            </a:lvl7pPr>
            <a:lvl8pPr lvl="7">
              <a:spcBef>
                <a:spcPts val="0"/>
              </a:spcBef>
              <a:buClr>
                <a:schemeClr val="lt1"/>
              </a:buClr>
              <a:buSzPct val="100000"/>
              <a:defRPr sz="4800">
                <a:solidFill>
                  <a:schemeClr val="lt1"/>
                </a:solidFill>
              </a:defRPr>
            </a:lvl8pPr>
            <a:lvl9pPr lvl="8">
              <a:spcBef>
                <a:spcPts val="0"/>
              </a:spcBef>
              <a:buClr>
                <a:schemeClr val="lt1"/>
              </a:buClr>
              <a:buSzPct val="100000"/>
              <a:defRPr sz="4800">
                <a:solidFill>
                  <a:schemeClr val="lt1"/>
                </a:solidFill>
              </a:defRPr>
            </a:lvl9pPr>
          </a:lstStyle>
          <a:p>
            <a:endParaRPr/>
          </a:p>
        </p:txBody>
      </p:sp>
      <p:sp>
        <p:nvSpPr>
          <p:cNvPr id="58" name="Shape 58"/>
          <p:cNvSpPr txBox="1">
            <a:spLocks noGrp="1"/>
          </p:cNvSpPr>
          <p:nvPr>
            <p:ph type="sldNum" idx="12"/>
          </p:nvPr>
        </p:nvSpPr>
        <p:spPr>
          <a:xfrm>
            <a:off x="8460431" y="4651190"/>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‹Nº›</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59"/>
        <p:cNvGrpSpPr/>
        <p:nvPr/>
      </p:nvGrpSpPr>
      <p:grpSpPr>
        <a:xfrm>
          <a:off x="0" y="0"/>
          <a:ext cx="0" cy="0"/>
          <a:chOff x="0" y="0"/>
          <a:chExt cx="0" cy="0"/>
        </a:xfrm>
      </p:grpSpPr>
      <p:sp>
        <p:nvSpPr>
          <p:cNvPr id="60" name="Shape 60"/>
          <p:cNvSpPr/>
          <p:nvPr/>
        </p:nvSpPr>
        <p:spPr>
          <a:xfrm>
            <a:off x="4572000" y="-175"/>
            <a:ext cx="4572000" cy="5143500"/>
          </a:xfrm>
          <a:prstGeom prst="rect">
            <a:avLst/>
          </a:prstGeom>
          <a:solidFill>
            <a:schemeClr val="dk1"/>
          </a:solidFill>
          <a:ln>
            <a:noFill/>
          </a:ln>
        </p:spPr>
        <p:txBody>
          <a:bodyPr lIns="91425" tIns="91425" rIns="91425" bIns="91425" anchor="ctr" anchorCtr="0">
            <a:noAutofit/>
          </a:bodyPr>
          <a:lstStyle/>
          <a:p>
            <a:pPr lvl="0">
              <a:spcBef>
                <a:spcPts val="0"/>
              </a:spcBef>
              <a:buNone/>
            </a:pPr>
            <a:endParaRPr/>
          </a:p>
        </p:txBody>
      </p:sp>
      <p:cxnSp>
        <p:nvCxnSpPr>
          <p:cNvPr id="61" name="Shape 61"/>
          <p:cNvCxnSpPr/>
          <p:nvPr/>
        </p:nvCxnSpPr>
        <p:spPr>
          <a:xfrm>
            <a:off x="5029675" y="4495500"/>
            <a:ext cx="468300" cy="0"/>
          </a:xfrm>
          <a:prstGeom prst="straightConnector1">
            <a:avLst/>
          </a:prstGeom>
          <a:noFill/>
          <a:ln w="19050" cap="flat" cmpd="sng">
            <a:solidFill>
              <a:schemeClr val="lt1"/>
            </a:solidFill>
            <a:prstDash val="solid"/>
            <a:round/>
            <a:headEnd type="none" w="med" len="med"/>
            <a:tailEnd type="none" w="med" len="med"/>
          </a:ln>
        </p:spPr>
      </p:cxnSp>
      <p:sp>
        <p:nvSpPr>
          <p:cNvPr id="62" name="Shape 62"/>
          <p:cNvSpPr txBox="1">
            <a:spLocks noGrp="1"/>
          </p:cNvSpPr>
          <p:nvPr>
            <p:ph type="title"/>
          </p:nvPr>
        </p:nvSpPr>
        <p:spPr>
          <a:xfrm>
            <a:off x="265500" y="1151100"/>
            <a:ext cx="4045200" cy="1564500"/>
          </a:xfrm>
          <a:prstGeom prst="rect">
            <a:avLst/>
          </a:prstGeom>
        </p:spPr>
        <p:txBody>
          <a:bodyPr lIns="91425" tIns="91425" rIns="91425" bIns="91425" anchor="b" anchorCtr="0"/>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a:endParaRPr/>
          </a:p>
        </p:txBody>
      </p:sp>
      <p:sp>
        <p:nvSpPr>
          <p:cNvPr id="63" name="Shape 63"/>
          <p:cNvSpPr txBox="1">
            <a:spLocks noGrp="1"/>
          </p:cNvSpPr>
          <p:nvPr>
            <p:ph type="subTitle" idx="1"/>
          </p:nvPr>
        </p:nvSpPr>
        <p:spPr>
          <a:xfrm>
            <a:off x="265500" y="2769001"/>
            <a:ext cx="4045200" cy="12693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a:endParaRPr/>
          </a:p>
        </p:txBody>
      </p:sp>
      <p:sp>
        <p:nvSpPr>
          <p:cNvPr id="64" name="Shape 64"/>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a:spcBef>
                <a:spcPts val="0"/>
              </a:spcBef>
              <a:buClr>
                <a:schemeClr val="lt1"/>
              </a:buClr>
              <a:defRPr>
                <a:solidFill>
                  <a:schemeClr val="lt1"/>
                </a:solidFill>
              </a:defRPr>
            </a:lvl1pPr>
            <a:lvl2pPr lvl="1">
              <a:spcBef>
                <a:spcPts val="0"/>
              </a:spcBef>
              <a:buClr>
                <a:schemeClr val="lt1"/>
              </a:buClr>
              <a:defRPr>
                <a:solidFill>
                  <a:schemeClr val="lt1"/>
                </a:solidFill>
              </a:defRPr>
            </a:lvl2pPr>
            <a:lvl3pPr lvl="2">
              <a:spcBef>
                <a:spcPts val="0"/>
              </a:spcBef>
              <a:buClr>
                <a:schemeClr val="lt1"/>
              </a:buClr>
              <a:defRPr>
                <a:solidFill>
                  <a:schemeClr val="lt1"/>
                </a:solidFill>
              </a:defRPr>
            </a:lvl3pPr>
            <a:lvl4pPr lvl="3">
              <a:spcBef>
                <a:spcPts val="0"/>
              </a:spcBef>
              <a:buClr>
                <a:schemeClr val="lt1"/>
              </a:buClr>
              <a:defRPr>
                <a:solidFill>
                  <a:schemeClr val="lt1"/>
                </a:solidFill>
              </a:defRPr>
            </a:lvl4pPr>
            <a:lvl5pPr lvl="4">
              <a:spcBef>
                <a:spcPts val="0"/>
              </a:spcBef>
              <a:buClr>
                <a:schemeClr val="lt1"/>
              </a:buClr>
              <a:defRPr>
                <a:solidFill>
                  <a:schemeClr val="lt1"/>
                </a:solidFill>
              </a:defRPr>
            </a:lvl5pPr>
            <a:lvl6pPr lvl="5">
              <a:spcBef>
                <a:spcPts val="0"/>
              </a:spcBef>
              <a:buClr>
                <a:schemeClr val="lt1"/>
              </a:buClr>
              <a:defRPr>
                <a:solidFill>
                  <a:schemeClr val="lt1"/>
                </a:solidFill>
              </a:defRPr>
            </a:lvl6pPr>
            <a:lvl7pPr lvl="6">
              <a:spcBef>
                <a:spcPts val="0"/>
              </a:spcBef>
              <a:buClr>
                <a:schemeClr val="lt1"/>
              </a:buClr>
              <a:defRPr>
                <a:solidFill>
                  <a:schemeClr val="lt1"/>
                </a:solidFill>
              </a:defRPr>
            </a:lvl7pPr>
            <a:lvl8pPr lvl="7">
              <a:spcBef>
                <a:spcPts val="0"/>
              </a:spcBef>
              <a:buClr>
                <a:schemeClr val="lt1"/>
              </a:buClr>
              <a:defRPr>
                <a:solidFill>
                  <a:schemeClr val="lt1"/>
                </a:solidFill>
              </a:defRPr>
            </a:lvl8pPr>
            <a:lvl9pPr lvl="8">
              <a:spcBef>
                <a:spcPts val="0"/>
              </a:spcBef>
              <a:buClr>
                <a:schemeClr val="lt1"/>
              </a:buClr>
              <a:defRPr>
                <a:solidFill>
                  <a:schemeClr val="lt1"/>
                </a:solidFill>
              </a:defRPr>
            </a:lvl9pPr>
          </a:lstStyle>
          <a:p>
            <a:endParaRPr/>
          </a:p>
        </p:txBody>
      </p:sp>
      <p:sp>
        <p:nvSpPr>
          <p:cNvPr id="65" name="Shape 65"/>
          <p:cNvSpPr txBox="1">
            <a:spLocks noGrp="1"/>
          </p:cNvSpPr>
          <p:nvPr>
            <p:ph type="sldNum" idx="12"/>
          </p:nvPr>
        </p:nvSpPr>
        <p:spPr>
          <a:xfrm>
            <a:off x="8460431" y="4651190"/>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‹Nº›</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66"/>
        <p:cNvGrpSpPr/>
        <p:nvPr/>
      </p:nvGrpSpPr>
      <p:grpSpPr>
        <a:xfrm>
          <a:off x="0" y="0"/>
          <a:ext cx="0" cy="0"/>
          <a:chOff x="0" y="0"/>
          <a:chExt cx="0" cy="0"/>
        </a:xfrm>
      </p:grpSpPr>
      <p:sp>
        <p:nvSpPr>
          <p:cNvPr id="67" name="Shape 67"/>
          <p:cNvSpPr txBox="1">
            <a:spLocks noGrp="1"/>
          </p:cNvSpPr>
          <p:nvPr>
            <p:ph type="body" idx="1"/>
          </p:nvPr>
        </p:nvSpPr>
        <p:spPr>
          <a:xfrm>
            <a:off x="319500" y="4230575"/>
            <a:ext cx="5998800" cy="598800"/>
          </a:xfrm>
          <a:prstGeom prst="rect">
            <a:avLst/>
          </a:prstGeom>
        </p:spPr>
        <p:txBody>
          <a:bodyPr lIns="91425" tIns="91425" rIns="91425" bIns="91425" anchor="ctr" anchorCtr="0"/>
          <a:lstStyle>
            <a:lvl1pPr lvl="0">
              <a:lnSpc>
                <a:spcPct val="100000"/>
              </a:lnSpc>
              <a:spcBef>
                <a:spcPts val="0"/>
              </a:spcBef>
              <a:spcAft>
                <a:spcPts val="0"/>
              </a:spcAft>
              <a:buNone/>
              <a:defRPr/>
            </a:lvl1pPr>
          </a:lstStyle>
          <a:p>
            <a:endParaRPr/>
          </a:p>
        </p:txBody>
      </p:sp>
      <p:sp>
        <p:nvSpPr>
          <p:cNvPr id="68" name="Shape 68"/>
          <p:cNvSpPr txBox="1">
            <a:spLocks noGrp="1"/>
          </p:cNvSpPr>
          <p:nvPr>
            <p:ph type="sldNum" idx="12"/>
          </p:nvPr>
        </p:nvSpPr>
        <p:spPr>
          <a:xfrm>
            <a:off x="8460431" y="4651190"/>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solidFill>
                  <a:schemeClr val="dk2"/>
                </a:solidFill>
              </a:rPr>
              <a:t>‹Nº›</a:t>
            </a:fld>
            <a:endParaRPr lang="en">
              <a:solidFill>
                <a:schemeClr val="dk2"/>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bg>
      <p:bgPr>
        <a:solidFill>
          <a:schemeClr val="dk1"/>
        </a:solidFill>
        <a:effectLst/>
      </p:bgPr>
    </p:bg>
    <p:spTree>
      <p:nvGrpSpPr>
        <p:cNvPr id="1" name="Shape 69"/>
        <p:cNvGrpSpPr/>
        <p:nvPr/>
      </p:nvGrpSpPr>
      <p:grpSpPr>
        <a:xfrm>
          <a:off x="0" y="0"/>
          <a:ext cx="0" cy="0"/>
          <a:chOff x="0" y="0"/>
          <a:chExt cx="0" cy="0"/>
        </a:xfrm>
      </p:grpSpPr>
      <p:grpSp>
        <p:nvGrpSpPr>
          <p:cNvPr id="70" name="Shape 70"/>
          <p:cNvGrpSpPr/>
          <p:nvPr/>
        </p:nvGrpSpPr>
        <p:grpSpPr>
          <a:xfrm>
            <a:off x="6098378" y="4"/>
            <a:ext cx="3045625" cy="2030570"/>
            <a:chOff x="6098378" y="4"/>
            <a:chExt cx="3045625" cy="2030570"/>
          </a:xfrm>
        </p:grpSpPr>
        <p:sp>
          <p:nvSpPr>
            <p:cNvPr id="71" name="Shape 71"/>
            <p:cNvSpPr/>
            <p:nvPr/>
          </p:nvSpPr>
          <p:spPr>
            <a:xfrm>
              <a:off x="8128803" y="15"/>
              <a:ext cx="1015200" cy="1015200"/>
            </a:xfrm>
            <a:prstGeom prst="rect">
              <a:avLst/>
            </a:prstGeom>
            <a:solidFill>
              <a:schemeClr val="accent1"/>
            </a:solidFill>
            <a:ln>
              <a:noFill/>
            </a:ln>
          </p:spPr>
          <p:txBody>
            <a:bodyPr lIns="91425" tIns="91425" rIns="91425" bIns="91425" anchor="ctr" anchorCtr="0">
              <a:noAutofit/>
            </a:bodyPr>
            <a:lstStyle/>
            <a:p>
              <a:pPr lvl="0">
                <a:spcBef>
                  <a:spcPts val="0"/>
                </a:spcBef>
                <a:buNone/>
              </a:pPr>
              <a:endParaRPr/>
            </a:p>
          </p:txBody>
        </p:sp>
        <p:sp>
          <p:nvSpPr>
            <p:cNvPr id="72" name="Shape 72"/>
            <p:cNvSpPr/>
            <p:nvPr/>
          </p:nvSpPr>
          <p:spPr>
            <a:xfrm flipH="1">
              <a:off x="7113463" y="4"/>
              <a:ext cx="1015200" cy="1015200"/>
            </a:xfrm>
            <a:prstGeom prst="rtTriangle">
              <a:avLst/>
            </a:prstGeom>
            <a:solidFill>
              <a:schemeClr val="accent2"/>
            </a:solidFill>
            <a:ln>
              <a:noFill/>
            </a:ln>
          </p:spPr>
          <p:txBody>
            <a:bodyPr lIns="91425" tIns="91425" rIns="91425" bIns="91425" anchor="ctr" anchorCtr="0">
              <a:noAutofit/>
            </a:bodyPr>
            <a:lstStyle/>
            <a:p>
              <a:pPr lvl="0">
                <a:spcBef>
                  <a:spcPts val="0"/>
                </a:spcBef>
                <a:buNone/>
              </a:pPr>
              <a:endParaRPr/>
            </a:p>
          </p:txBody>
        </p:sp>
        <p:sp>
          <p:nvSpPr>
            <p:cNvPr id="73" name="Shape 73"/>
            <p:cNvSpPr/>
            <p:nvPr/>
          </p:nvSpPr>
          <p:spPr>
            <a:xfrm rot="10800000" flipH="1">
              <a:off x="7113588" y="106"/>
              <a:ext cx="1015200" cy="1015200"/>
            </a:xfrm>
            <a:prstGeom prst="rtTriangle">
              <a:avLst/>
            </a:prstGeom>
            <a:solidFill>
              <a:schemeClr val="accent6"/>
            </a:solidFill>
            <a:ln>
              <a:noFill/>
            </a:ln>
          </p:spPr>
          <p:txBody>
            <a:bodyPr lIns="91425" tIns="91425" rIns="91425" bIns="91425" anchor="ctr" anchorCtr="0">
              <a:noAutofit/>
            </a:bodyPr>
            <a:lstStyle/>
            <a:p>
              <a:pPr lvl="0">
                <a:spcBef>
                  <a:spcPts val="0"/>
                </a:spcBef>
                <a:buNone/>
              </a:pPr>
              <a:endParaRPr/>
            </a:p>
          </p:txBody>
        </p:sp>
        <p:sp>
          <p:nvSpPr>
            <p:cNvPr id="74" name="Shape 74"/>
            <p:cNvSpPr/>
            <p:nvPr/>
          </p:nvSpPr>
          <p:spPr>
            <a:xfrm rot="10800000">
              <a:off x="6098378" y="96"/>
              <a:ext cx="1015200" cy="1015200"/>
            </a:xfrm>
            <a:prstGeom prst="rtTriangle">
              <a:avLst/>
            </a:prstGeom>
            <a:solidFill>
              <a:schemeClr val="accent1"/>
            </a:solidFill>
            <a:ln>
              <a:noFill/>
            </a:ln>
          </p:spPr>
          <p:txBody>
            <a:bodyPr lIns="91425" tIns="91425" rIns="91425" bIns="91425" anchor="ctr" anchorCtr="0">
              <a:noAutofit/>
            </a:bodyPr>
            <a:lstStyle/>
            <a:p>
              <a:pPr lvl="0">
                <a:spcBef>
                  <a:spcPts val="0"/>
                </a:spcBef>
                <a:buNone/>
              </a:pPr>
              <a:endParaRPr/>
            </a:p>
          </p:txBody>
        </p:sp>
        <p:sp>
          <p:nvSpPr>
            <p:cNvPr id="75" name="Shape 75"/>
            <p:cNvSpPr/>
            <p:nvPr/>
          </p:nvSpPr>
          <p:spPr>
            <a:xfrm rot="10800000">
              <a:off x="8128789" y="1015375"/>
              <a:ext cx="1015200" cy="1015200"/>
            </a:xfrm>
            <a:prstGeom prst="rtTriangle">
              <a:avLst/>
            </a:prstGeom>
            <a:solidFill>
              <a:schemeClr val="accent6"/>
            </a:solidFill>
            <a:ln>
              <a:noFill/>
            </a:ln>
          </p:spPr>
          <p:txBody>
            <a:bodyPr lIns="91425" tIns="91425" rIns="91425" bIns="91425" anchor="ctr" anchorCtr="0">
              <a:noAutofit/>
            </a:bodyPr>
            <a:lstStyle/>
            <a:p>
              <a:pPr lvl="0">
                <a:spcBef>
                  <a:spcPts val="0"/>
                </a:spcBef>
                <a:buNone/>
              </a:pPr>
              <a:endParaRPr/>
            </a:p>
          </p:txBody>
        </p:sp>
      </p:grpSp>
      <p:sp>
        <p:nvSpPr>
          <p:cNvPr id="76" name="Shape 76"/>
          <p:cNvSpPr txBox="1">
            <a:spLocks noGrp="1"/>
          </p:cNvSpPr>
          <p:nvPr>
            <p:ph type="title"/>
          </p:nvPr>
        </p:nvSpPr>
        <p:spPr>
          <a:xfrm>
            <a:off x="311700" y="1256050"/>
            <a:ext cx="8520600" cy="2030700"/>
          </a:xfrm>
          <a:prstGeom prst="rect">
            <a:avLst/>
          </a:prstGeom>
        </p:spPr>
        <p:txBody>
          <a:bodyPr lIns="91425" tIns="91425" rIns="91425" bIns="91425" anchor="b" anchorCtr="0"/>
          <a:lstStyle>
            <a:lvl1pPr lvl="0" algn="ctr">
              <a:spcBef>
                <a:spcPts val="0"/>
              </a:spcBef>
              <a:buClr>
                <a:schemeClr val="lt1"/>
              </a:buClr>
              <a:buSzPct val="100000"/>
              <a:defRPr sz="12000">
                <a:solidFill>
                  <a:schemeClr val="lt1"/>
                </a:solidFill>
              </a:defRPr>
            </a:lvl1pPr>
            <a:lvl2pPr lvl="1" algn="ctr">
              <a:spcBef>
                <a:spcPts val="0"/>
              </a:spcBef>
              <a:buClr>
                <a:schemeClr val="lt1"/>
              </a:buClr>
              <a:buSzPct val="100000"/>
              <a:defRPr sz="12000">
                <a:solidFill>
                  <a:schemeClr val="lt1"/>
                </a:solidFill>
              </a:defRPr>
            </a:lvl2pPr>
            <a:lvl3pPr lvl="2" algn="ctr">
              <a:spcBef>
                <a:spcPts val="0"/>
              </a:spcBef>
              <a:buClr>
                <a:schemeClr val="lt1"/>
              </a:buClr>
              <a:buSzPct val="100000"/>
              <a:defRPr sz="12000">
                <a:solidFill>
                  <a:schemeClr val="lt1"/>
                </a:solidFill>
              </a:defRPr>
            </a:lvl3pPr>
            <a:lvl4pPr lvl="3" algn="ctr">
              <a:spcBef>
                <a:spcPts val="0"/>
              </a:spcBef>
              <a:buClr>
                <a:schemeClr val="lt1"/>
              </a:buClr>
              <a:buSzPct val="100000"/>
              <a:defRPr sz="12000">
                <a:solidFill>
                  <a:schemeClr val="lt1"/>
                </a:solidFill>
              </a:defRPr>
            </a:lvl4pPr>
            <a:lvl5pPr lvl="4" algn="ctr">
              <a:spcBef>
                <a:spcPts val="0"/>
              </a:spcBef>
              <a:buClr>
                <a:schemeClr val="lt1"/>
              </a:buClr>
              <a:buSzPct val="100000"/>
              <a:defRPr sz="12000">
                <a:solidFill>
                  <a:schemeClr val="lt1"/>
                </a:solidFill>
              </a:defRPr>
            </a:lvl5pPr>
            <a:lvl6pPr lvl="5" algn="ctr">
              <a:spcBef>
                <a:spcPts val="0"/>
              </a:spcBef>
              <a:buClr>
                <a:schemeClr val="lt1"/>
              </a:buClr>
              <a:buSzPct val="100000"/>
              <a:defRPr sz="12000">
                <a:solidFill>
                  <a:schemeClr val="lt1"/>
                </a:solidFill>
              </a:defRPr>
            </a:lvl6pPr>
            <a:lvl7pPr lvl="6" algn="ctr">
              <a:spcBef>
                <a:spcPts val="0"/>
              </a:spcBef>
              <a:buClr>
                <a:schemeClr val="lt1"/>
              </a:buClr>
              <a:buSzPct val="100000"/>
              <a:defRPr sz="12000">
                <a:solidFill>
                  <a:schemeClr val="lt1"/>
                </a:solidFill>
              </a:defRPr>
            </a:lvl7pPr>
            <a:lvl8pPr lvl="7" algn="ctr">
              <a:spcBef>
                <a:spcPts val="0"/>
              </a:spcBef>
              <a:buClr>
                <a:schemeClr val="lt1"/>
              </a:buClr>
              <a:buSzPct val="100000"/>
              <a:defRPr sz="12000">
                <a:solidFill>
                  <a:schemeClr val="lt1"/>
                </a:solidFill>
              </a:defRPr>
            </a:lvl8pPr>
            <a:lvl9pPr lvl="8" algn="ctr">
              <a:spcBef>
                <a:spcPts val="0"/>
              </a:spcBef>
              <a:buClr>
                <a:schemeClr val="lt1"/>
              </a:buClr>
              <a:buSzPct val="100000"/>
              <a:defRPr sz="12000">
                <a:solidFill>
                  <a:schemeClr val="lt1"/>
                </a:solidFill>
              </a:defRPr>
            </a:lvl9pPr>
          </a:lstStyle>
          <a:p>
            <a:endParaRPr/>
          </a:p>
        </p:txBody>
      </p:sp>
      <p:sp>
        <p:nvSpPr>
          <p:cNvPr id="77" name="Shape 77"/>
          <p:cNvSpPr txBox="1">
            <a:spLocks noGrp="1"/>
          </p:cNvSpPr>
          <p:nvPr>
            <p:ph type="body" idx="1"/>
          </p:nvPr>
        </p:nvSpPr>
        <p:spPr>
          <a:xfrm>
            <a:off x="311700" y="3369225"/>
            <a:ext cx="8520600" cy="1281900"/>
          </a:xfrm>
          <a:prstGeom prst="rect">
            <a:avLst/>
          </a:prstGeom>
        </p:spPr>
        <p:txBody>
          <a:bodyPr lIns="91425" tIns="91425" rIns="91425" bIns="91425" anchor="t" anchorCtr="0"/>
          <a:lstStyle>
            <a:lvl1pPr lvl="0" algn="ctr">
              <a:spcBef>
                <a:spcPts val="0"/>
              </a:spcBef>
              <a:buClr>
                <a:schemeClr val="lt1"/>
              </a:buClr>
              <a:defRPr>
                <a:solidFill>
                  <a:schemeClr val="lt1"/>
                </a:solidFill>
              </a:defRPr>
            </a:lvl1pPr>
            <a:lvl2pPr lvl="1" algn="ctr">
              <a:spcBef>
                <a:spcPts val="0"/>
              </a:spcBef>
              <a:buClr>
                <a:schemeClr val="lt1"/>
              </a:buClr>
              <a:defRPr>
                <a:solidFill>
                  <a:schemeClr val="lt1"/>
                </a:solidFill>
              </a:defRPr>
            </a:lvl2pPr>
            <a:lvl3pPr lvl="2" algn="ctr">
              <a:spcBef>
                <a:spcPts val="0"/>
              </a:spcBef>
              <a:buClr>
                <a:schemeClr val="lt1"/>
              </a:buClr>
              <a:defRPr>
                <a:solidFill>
                  <a:schemeClr val="lt1"/>
                </a:solidFill>
              </a:defRPr>
            </a:lvl3pPr>
            <a:lvl4pPr lvl="3" algn="ctr">
              <a:spcBef>
                <a:spcPts val="0"/>
              </a:spcBef>
              <a:buClr>
                <a:schemeClr val="lt1"/>
              </a:buClr>
              <a:defRPr>
                <a:solidFill>
                  <a:schemeClr val="lt1"/>
                </a:solidFill>
              </a:defRPr>
            </a:lvl4pPr>
            <a:lvl5pPr lvl="4" algn="ctr">
              <a:spcBef>
                <a:spcPts val="0"/>
              </a:spcBef>
              <a:buClr>
                <a:schemeClr val="lt1"/>
              </a:buClr>
              <a:defRPr>
                <a:solidFill>
                  <a:schemeClr val="lt1"/>
                </a:solidFill>
              </a:defRPr>
            </a:lvl5pPr>
            <a:lvl6pPr lvl="5" algn="ctr">
              <a:spcBef>
                <a:spcPts val="0"/>
              </a:spcBef>
              <a:buClr>
                <a:schemeClr val="lt1"/>
              </a:buClr>
              <a:defRPr>
                <a:solidFill>
                  <a:schemeClr val="lt1"/>
                </a:solidFill>
              </a:defRPr>
            </a:lvl6pPr>
            <a:lvl7pPr lvl="6" algn="ctr">
              <a:spcBef>
                <a:spcPts val="0"/>
              </a:spcBef>
              <a:buClr>
                <a:schemeClr val="lt1"/>
              </a:buClr>
              <a:defRPr>
                <a:solidFill>
                  <a:schemeClr val="lt1"/>
                </a:solidFill>
              </a:defRPr>
            </a:lvl7pPr>
            <a:lvl8pPr lvl="7" algn="ctr">
              <a:spcBef>
                <a:spcPts val="0"/>
              </a:spcBef>
              <a:buClr>
                <a:schemeClr val="lt1"/>
              </a:buClr>
              <a:defRPr>
                <a:solidFill>
                  <a:schemeClr val="lt1"/>
                </a:solidFill>
              </a:defRPr>
            </a:lvl8pPr>
            <a:lvl9pPr lvl="8" algn="ctr">
              <a:spcBef>
                <a:spcPts val="0"/>
              </a:spcBef>
              <a:buClr>
                <a:schemeClr val="lt1"/>
              </a:buClr>
              <a:defRPr>
                <a:solidFill>
                  <a:schemeClr val="lt1"/>
                </a:solidFill>
              </a:defRPr>
            </a:lvl9pPr>
          </a:lstStyle>
          <a:p>
            <a:endParaRPr/>
          </a:p>
        </p:txBody>
      </p:sp>
      <p:sp>
        <p:nvSpPr>
          <p:cNvPr id="78" name="Shape 78"/>
          <p:cNvSpPr txBox="1">
            <a:spLocks noGrp="1"/>
          </p:cNvSpPr>
          <p:nvPr>
            <p:ph type="sldNum" idx="12"/>
          </p:nvPr>
        </p:nvSpPr>
        <p:spPr>
          <a:xfrm>
            <a:off x="8460431" y="4651190"/>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‹Nº›</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79"/>
        <p:cNvGrpSpPr/>
        <p:nvPr/>
      </p:nvGrpSpPr>
      <p:grpSpPr>
        <a:xfrm>
          <a:off x="0" y="0"/>
          <a:ext cx="0" cy="0"/>
          <a:chOff x="0" y="0"/>
          <a:chExt cx="0" cy="0"/>
        </a:xfrm>
      </p:grpSpPr>
      <p:sp>
        <p:nvSpPr>
          <p:cNvPr id="80" name="Shape 80"/>
          <p:cNvSpPr txBox="1">
            <a:spLocks noGrp="1"/>
          </p:cNvSpPr>
          <p:nvPr>
            <p:ph type="sldNum" idx="12"/>
          </p:nvPr>
        </p:nvSpPr>
        <p:spPr>
          <a:xfrm>
            <a:off x="8460431" y="4651190"/>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solidFill>
                  <a:schemeClr val="dk2"/>
                </a:solidFill>
              </a:rPr>
              <a:t>‹Nº›</a:t>
            </a:fld>
            <a:endParaRPr lang="en">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10000"/>
            <a:ext cx="8520600" cy="607800"/>
          </a:xfrm>
          <a:prstGeom prst="rect">
            <a:avLst/>
          </a:prstGeom>
          <a:noFill/>
          <a:ln>
            <a:noFill/>
          </a:ln>
        </p:spPr>
        <p:txBody>
          <a:bodyPr lIns="91425" tIns="91425" rIns="91425" bIns="91425" anchor="t" anchorCtr="0"/>
          <a:lstStyle>
            <a:lvl1pPr lvl="0">
              <a:spcBef>
                <a:spcPts val="0"/>
              </a:spcBef>
              <a:buClr>
                <a:schemeClr val="dk1"/>
              </a:buClr>
              <a:buSzPct val="100000"/>
              <a:buFont typeface="Roboto"/>
              <a:buNone/>
              <a:defRPr sz="3000">
                <a:solidFill>
                  <a:schemeClr val="dk1"/>
                </a:solidFill>
                <a:latin typeface="Roboto"/>
                <a:ea typeface="Roboto"/>
                <a:cs typeface="Roboto"/>
                <a:sym typeface="Roboto"/>
              </a:defRPr>
            </a:lvl1pPr>
            <a:lvl2pPr lvl="1">
              <a:spcBef>
                <a:spcPts val="0"/>
              </a:spcBef>
              <a:buClr>
                <a:schemeClr val="dk1"/>
              </a:buClr>
              <a:buSzPct val="100000"/>
              <a:buFont typeface="Roboto"/>
              <a:buNone/>
              <a:defRPr sz="3000">
                <a:solidFill>
                  <a:schemeClr val="dk1"/>
                </a:solidFill>
                <a:latin typeface="Roboto"/>
                <a:ea typeface="Roboto"/>
                <a:cs typeface="Roboto"/>
                <a:sym typeface="Roboto"/>
              </a:defRPr>
            </a:lvl2pPr>
            <a:lvl3pPr lvl="2">
              <a:spcBef>
                <a:spcPts val="0"/>
              </a:spcBef>
              <a:buClr>
                <a:schemeClr val="dk1"/>
              </a:buClr>
              <a:buSzPct val="100000"/>
              <a:buFont typeface="Roboto"/>
              <a:buNone/>
              <a:defRPr sz="3000">
                <a:solidFill>
                  <a:schemeClr val="dk1"/>
                </a:solidFill>
                <a:latin typeface="Roboto"/>
                <a:ea typeface="Roboto"/>
                <a:cs typeface="Roboto"/>
                <a:sym typeface="Roboto"/>
              </a:defRPr>
            </a:lvl3pPr>
            <a:lvl4pPr lvl="3">
              <a:spcBef>
                <a:spcPts val="0"/>
              </a:spcBef>
              <a:buClr>
                <a:schemeClr val="dk1"/>
              </a:buClr>
              <a:buSzPct val="100000"/>
              <a:buFont typeface="Roboto"/>
              <a:buNone/>
              <a:defRPr sz="3000">
                <a:solidFill>
                  <a:schemeClr val="dk1"/>
                </a:solidFill>
                <a:latin typeface="Roboto"/>
                <a:ea typeface="Roboto"/>
                <a:cs typeface="Roboto"/>
                <a:sym typeface="Roboto"/>
              </a:defRPr>
            </a:lvl4pPr>
            <a:lvl5pPr lvl="4">
              <a:spcBef>
                <a:spcPts val="0"/>
              </a:spcBef>
              <a:buClr>
                <a:schemeClr val="dk1"/>
              </a:buClr>
              <a:buSzPct val="100000"/>
              <a:buFont typeface="Roboto"/>
              <a:buNone/>
              <a:defRPr sz="3000">
                <a:solidFill>
                  <a:schemeClr val="dk1"/>
                </a:solidFill>
                <a:latin typeface="Roboto"/>
                <a:ea typeface="Roboto"/>
                <a:cs typeface="Roboto"/>
                <a:sym typeface="Roboto"/>
              </a:defRPr>
            </a:lvl5pPr>
            <a:lvl6pPr lvl="5">
              <a:spcBef>
                <a:spcPts val="0"/>
              </a:spcBef>
              <a:buClr>
                <a:schemeClr val="dk1"/>
              </a:buClr>
              <a:buSzPct val="100000"/>
              <a:buFont typeface="Roboto"/>
              <a:buNone/>
              <a:defRPr sz="3000">
                <a:solidFill>
                  <a:schemeClr val="dk1"/>
                </a:solidFill>
                <a:latin typeface="Roboto"/>
                <a:ea typeface="Roboto"/>
                <a:cs typeface="Roboto"/>
                <a:sym typeface="Roboto"/>
              </a:defRPr>
            </a:lvl6pPr>
            <a:lvl7pPr lvl="6">
              <a:spcBef>
                <a:spcPts val="0"/>
              </a:spcBef>
              <a:buClr>
                <a:schemeClr val="dk1"/>
              </a:buClr>
              <a:buSzPct val="100000"/>
              <a:buFont typeface="Roboto"/>
              <a:buNone/>
              <a:defRPr sz="3000">
                <a:solidFill>
                  <a:schemeClr val="dk1"/>
                </a:solidFill>
                <a:latin typeface="Roboto"/>
                <a:ea typeface="Roboto"/>
                <a:cs typeface="Roboto"/>
                <a:sym typeface="Roboto"/>
              </a:defRPr>
            </a:lvl7pPr>
            <a:lvl8pPr lvl="7">
              <a:spcBef>
                <a:spcPts val="0"/>
              </a:spcBef>
              <a:buClr>
                <a:schemeClr val="dk1"/>
              </a:buClr>
              <a:buSzPct val="100000"/>
              <a:buFont typeface="Roboto"/>
              <a:buNone/>
              <a:defRPr sz="3000">
                <a:solidFill>
                  <a:schemeClr val="dk1"/>
                </a:solidFill>
                <a:latin typeface="Roboto"/>
                <a:ea typeface="Roboto"/>
                <a:cs typeface="Roboto"/>
                <a:sym typeface="Roboto"/>
              </a:defRPr>
            </a:lvl8pPr>
            <a:lvl9pPr lvl="8">
              <a:spcBef>
                <a:spcPts val="0"/>
              </a:spcBef>
              <a:buClr>
                <a:schemeClr val="dk1"/>
              </a:buClr>
              <a:buSzPct val="100000"/>
              <a:buFont typeface="Roboto"/>
              <a:buNone/>
              <a:defRPr sz="3000">
                <a:solidFill>
                  <a:schemeClr val="dk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311700" y="1229875"/>
            <a:ext cx="8520600" cy="3339000"/>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dk2"/>
              </a:buClr>
              <a:buSzPct val="100000"/>
              <a:buFont typeface="Roboto"/>
              <a:defRPr sz="1800">
                <a:solidFill>
                  <a:schemeClr val="dk2"/>
                </a:solidFill>
                <a:latin typeface="Roboto"/>
                <a:ea typeface="Roboto"/>
                <a:cs typeface="Roboto"/>
                <a:sym typeface="Roboto"/>
              </a:defRPr>
            </a:lvl1pPr>
            <a:lvl2pPr lvl="1">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2pPr>
            <a:lvl3pPr lvl="2">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3pPr>
            <a:lvl4pPr lvl="3">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4pPr>
            <a:lvl5pPr lvl="4">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5pPr>
            <a:lvl6pPr lvl="5">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6pPr>
            <a:lvl7pPr lvl="6">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7pPr>
            <a:lvl8pPr lvl="7">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8pPr>
            <a:lvl9pPr lvl="8">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9pPr>
          </a:lstStyle>
          <a:p>
            <a:endParaRPr/>
          </a:p>
        </p:txBody>
      </p:sp>
      <p:sp>
        <p:nvSpPr>
          <p:cNvPr id="8" name="Shape 8"/>
          <p:cNvSpPr txBox="1">
            <a:spLocks noGrp="1"/>
          </p:cNvSpPr>
          <p:nvPr>
            <p:ph type="sldNum" idx="12"/>
          </p:nvPr>
        </p:nvSpPr>
        <p:spPr>
          <a:xfrm>
            <a:off x="8460431" y="4651190"/>
            <a:ext cx="548700" cy="393600"/>
          </a:xfrm>
          <a:prstGeom prst="rect">
            <a:avLst/>
          </a:prstGeom>
          <a:noFill/>
          <a:ln>
            <a:noFill/>
          </a:ln>
        </p:spPr>
        <p:txBody>
          <a:bodyPr lIns="91425" tIns="91425" rIns="91425" bIns="91425" anchor="ctr" anchorCtr="0">
            <a:noAutofit/>
          </a:bodyPr>
          <a:lstStyle/>
          <a:p>
            <a:pPr lvl="0" algn="r">
              <a:spcBef>
                <a:spcPts val="0"/>
              </a:spcBef>
              <a:buNone/>
            </a:pPr>
            <a:fld id="{00000000-1234-1234-1234-123412341234}" type="slidenum">
              <a:rPr lang="en" sz="1000">
                <a:solidFill>
                  <a:schemeClr val="lt1"/>
                </a:solidFill>
                <a:latin typeface="Roboto"/>
                <a:ea typeface="Roboto"/>
                <a:cs typeface="Roboto"/>
                <a:sym typeface="Roboto"/>
              </a:rPr>
              <a:t>‹Nº›</a:t>
            </a:fld>
            <a:endParaRPr lang="en" sz="1000">
              <a:solidFill>
                <a:schemeClr val="lt1"/>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Shape 85"/>
          <p:cNvSpPr txBox="1">
            <a:spLocks noGrp="1"/>
          </p:cNvSpPr>
          <p:nvPr>
            <p:ph type="ctrTitle"/>
          </p:nvPr>
        </p:nvSpPr>
        <p:spPr>
          <a:xfrm>
            <a:off x="598100" y="680053"/>
            <a:ext cx="8222100" cy="1934100"/>
          </a:xfrm>
          <a:prstGeom prst="rect">
            <a:avLst/>
          </a:prstGeom>
        </p:spPr>
        <p:txBody>
          <a:bodyPr lIns="91425" tIns="91425" rIns="91425" bIns="91425" anchor="b" anchorCtr="0">
            <a:noAutofit/>
          </a:bodyPr>
          <a:lstStyle/>
          <a:p>
            <a:pPr lvl="0">
              <a:spcBef>
                <a:spcPts val="0"/>
              </a:spcBef>
              <a:buNone/>
            </a:pPr>
            <a:endParaRPr b="1"/>
          </a:p>
          <a:p>
            <a:pPr lvl="0" algn="ctr" rtl="0">
              <a:spcBef>
                <a:spcPts val="0"/>
              </a:spcBef>
              <a:buNone/>
            </a:pPr>
            <a:r>
              <a:rPr lang="en"/>
              <a:t>How can we increase revenue </a:t>
            </a:r>
          </a:p>
          <a:p>
            <a:pPr lvl="0" algn="ctr" rtl="0">
              <a:spcBef>
                <a:spcPts val="0"/>
              </a:spcBef>
              <a:buNone/>
            </a:pPr>
            <a:r>
              <a:rPr lang="en"/>
              <a:t>from</a:t>
            </a:r>
          </a:p>
          <a:p>
            <a:pPr lvl="0" algn="ctr">
              <a:spcBef>
                <a:spcPts val="0"/>
              </a:spcBef>
              <a:buNone/>
            </a:pPr>
            <a:r>
              <a:rPr lang="en"/>
              <a:t>Catch the Pink Flamingo?</a:t>
            </a:r>
          </a:p>
        </p:txBody>
      </p:sp>
      <p:sp>
        <p:nvSpPr>
          <p:cNvPr id="86" name="Shape 86"/>
          <p:cNvSpPr txBox="1">
            <a:spLocks noGrp="1"/>
          </p:cNvSpPr>
          <p:nvPr>
            <p:ph type="subTitle" idx="1"/>
          </p:nvPr>
        </p:nvSpPr>
        <p:spPr>
          <a:xfrm>
            <a:off x="598088" y="2715912"/>
            <a:ext cx="8222100" cy="432900"/>
          </a:xfrm>
          <a:prstGeom prst="rect">
            <a:avLst/>
          </a:prstGeom>
          <a:solidFill>
            <a:srgbClr val="FFFF00"/>
          </a:solidFill>
        </p:spPr>
        <p:txBody>
          <a:bodyPr lIns="91425" tIns="91425" rIns="91425" bIns="91425" anchor="t" anchorCtr="0">
            <a:noAutofit/>
          </a:bodyPr>
          <a:lstStyle/>
          <a:p>
            <a:pPr lvl="0">
              <a:spcBef>
                <a:spcPts val="0"/>
              </a:spcBef>
              <a:buNone/>
            </a:pPr>
            <a:r>
              <a:rPr lang="en" dirty="0">
                <a:solidFill>
                  <a:srgbClr val="073763"/>
                </a:solidFill>
              </a:rPr>
              <a:t>ANDRES COSME MALASQUEZ</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Shape 91"/>
          <p:cNvSpPr txBox="1">
            <a:spLocks noGrp="1"/>
          </p:cNvSpPr>
          <p:nvPr>
            <p:ph type="title"/>
          </p:nvPr>
        </p:nvSpPr>
        <p:spPr>
          <a:xfrm>
            <a:off x="311700" y="410000"/>
            <a:ext cx="8520600" cy="607800"/>
          </a:xfrm>
          <a:prstGeom prst="rect">
            <a:avLst/>
          </a:prstGeom>
        </p:spPr>
        <p:txBody>
          <a:bodyPr lIns="91425" tIns="91425" rIns="91425" bIns="91425" anchor="t" anchorCtr="0">
            <a:noAutofit/>
          </a:bodyPr>
          <a:lstStyle/>
          <a:p>
            <a:pPr lvl="0">
              <a:spcBef>
                <a:spcPts val="0"/>
              </a:spcBef>
              <a:buNone/>
            </a:pPr>
            <a:r>
              <a:rPr lang="en"/>
              <a:t>Problem Statement </a:t>
            </a:r>
          </a:p>
        </p:txBody>
      </p:sp>
      <p:sp>
        <p:nvSpPr>
          <p:cNvPr id="92" name="Shape 92"/>
          <p:cNvSpPr txBox="1">
            <a:spLocks noGrp="1"/>
          </p:cNvSpPr>
          <p:nvPr>
            <p:ph type="body" idx="1"/>
          </p:nvPr>
        </p:nvSpPr>
        <p:spPr>
          <a:xfrm>
            <a:off x="311700" y="1229875"/>
            <a:ext cx="8520600" cy="3339000"/>
          </a:xfrm>
          <a:prstGeom prst="rect">
            <a:avLst/>
          </a:prstGeom>
        </p:spPr>
        <p:txBody>
          <a:bodyPr lIns="91425" tIns="91425" rIns="91425" bIns="91425" anchor="t" anchorCtr="0">
            <a:noAutofit/>
          </a:bodyPr>
          <a:lstStyle/>
          <a:p>
            <a:pPr lvl="0" algn="just">
              <a:spcBef>
                <a:spcPts val="0"/>
              </a:spcBef>
              <a:buNone/>
            </a:pPr>
            <a:r>
              <a:rPr lang="en-US" sz="1400" dirty="0"/>
              <a:t>● In order to increase the revenue generated by the game “Catch The Pink Flamingo”, we need three subjects of datasets. </a:t>
            </a:r>
          </a:p>
          <a:p>
            <a:pPr lvl="0" algn="just">
              <a:spcBef>
                <a:spcPts val="0"/>
              </a:spcBef>
              <a:buNone/>
            </a:pPr>
            <a:r>
              <a:rPr lang="en-US" sz="1400" dirty="0"/>
              <a:t>● In the first one, "flamingo-data”, it contains 8 CSV files containing simulated game data and log data for the Catch the Pink Flamingo Simulated Game Data. These data will be used for data exploration in Splunk.</a:t>
            </a:r>
          </a:p>
          <a:p>
            <a:pPr lvl="0" algn="just">
              <a:spcBef>
                <a:spcPts val="0"/>
              </a:spcBef>
              <a:buNone/>
            </a:pPr>
            <a:r>
              <a:rPr lang="en-US" sz="1400" dirty="0"/>
              <a:t> ● The “combined-data” contains a single CSV file created by aggregating data from several game data files. It is intended to be used for identifying big spenders with KNIME.</a:t>
            </a:r>
          </a:p>
          <a:p>
            <a:pPr lvl="0" algn="just">
              <a:spcBef>
                <a:spcPts val="0"/>
              </a:spcBef>
              <a:buNone/>
            </a:pPr>
            <a:r>
              <a:rPr lang="en-US" sz="1400" dirty="0"/>
              <a:t> ● “chat-data” contains 6 CSV files representing simulated chat data related to the Catch the Pink Flamingo game to be used in Graph Analytics withneo4j</a:t>
            </a:r>
            <a:endParaRP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Shape 97"/>
          <p:cNvSpPr txBox="1">
            <a:spLocks noGrp="1"/>
          </p:cNvSpPr>
          <p:nvPr>
            <p:ph type="title"/>
          </p:nvPr>
        </p:nvSpPr>
        <p:spPr>
          <a:xfrm>
            <a:off x="311700" y="410000"/>
            <a:ext cx="8520600" cy="607800"/>
          </a:xfrm>
          <a:prstGeom prst="rect">
            <a:avLst/>
          </a:prstGeom>
        </p:spPr>
        <p:txBody>
          <a:bodyPr lIns="91425" tIns="91425" rIns="91425" bIns="91425" anchor="t" anchorCtr="0">
            <a:noAutofit/>
          </a:bodyPr>
          <a:lstStyle/>
          <a:p>
            <a:pPr lvl="0" rtl="0">
              <a:spcBef>
                <a:spcPts val="0"/>
              </a:spcBef>
              <a:buNone/>
            </a:pPr>
            <a:r>
              <a:rPr lang="en"/>
              <a:t>Data Exploration Overview</a:t>
            </a:r>
          </a:p>
        </p:txBody>
      </p:sp>
      <p:sp>
        <p:nvSpPr>
          <p:cNvPr id="98" name="Shape 98"/>
          <p:cNvSpPr txBox="1">
            <a:spLocks noGrp="1"/>
          </p:cNvSpPr>
          <p:nvPr>
            <p:ph type="body" idx="1"/>
          </p:nvPr>
        </p:nvSpPr>
        <p:spPr>
          <a:xfrm>
            <a:off x="311700" y="1229875"/>
            <a:ext cx="8520600" cy="3339000"/>
          </a:xfrm>
          <a:prstGeom prst="rect">
            <a:avLst/>
          </a:prstGeom>
        </p:spPr>
        <p:txBody>
          <a:bodyPr lIns="91425" tIns="91425" rIns="91425" bIns="91425" anchor="t" anchorCtr="0">
            <a:noAutofit/>
          </a:bodyPr>
          <a:lstStyle/>
          <a:p>
            <a:pPr lvl="0" rtl="0">
              <a:spcBef>
                <a:spcPts val="0"/>
              </a:spcBef>
              <a:buNone/>
            </a:pPr>
            <a:r>
              <a:rPr lang="en-US" sz="1200" dirty="0"/>
              <a:t>● Let’s make some graphs to understand the data. Importing datasets of ”flamingo-data” into Splunk, using aggregation functions to make histograms as follows </a:t>
            </a:r>
          </a:p>
          <a:p>
            <a:pPr lvl="0" rtl="0">
              <a:spcBef>
                <a:spcPts val="0"/>
              </a:spcBef>
              <a:buNone/>
            </a:pPr>
            <a:endParaRPr sz="1200" dirty="0"/>
          </a:p>
        </p:txBody>
      </p:sp>
      <p:pic>
        <p:nvPicPr>
          <p:cNvPr id="3" name="Imagen 2">
            <a:extLst>
              <a:ext uri="{FF2B5EF4-FFF2-40B4-BE49-F238E27FC236}">
                <a16:creationId xmlns:a16="http://schemas.microsoft.com/office/drawing/2014/main" id="{64EBF2D2-CF9A-46C2-9685-E8DAAC4780CC}"/>
              </a:ext>
            </a:extLst>
          </p:cNvPr>
          <p:cNvPicPr>
            <a:picLocks noChangeAspect="1"/>
          </p:cNvPicPr>
          <p:nvPr/>
        </p:nvPicPr>
        <p:blipFill rotWithShape="1">
          <a:blip r:embed="rId3"/>
          <a:srcRect l="22334" t="52120" r="27000" b="24596"/>
          <a:stretch/>
        </p:blipFill>
        <p:spPr>
          <a:xfrm>
            <a:off x="812800" y="1789430"/>
            <a:ext cx="6604000" cy="1197610"/>
          </a:xfrm>
          <a:prstGeom prst="rect">
            <a:avLst/>
          </a:prstGeom>
        </p:spPr>
      </p:pic>
      <p:sp>
        <p:nvSpPr>
          <p:cNvPr id="7" name="CuadroTexto 6">
            <a:extLst>
              <a:ext uri="{FF2B5EF4-FFF2-40B4-BE49-F238E27FC236}">
                <a16:creationId xmlns:a16="http://schemas.microsoft.com/office/drawing/2014/main" id="{6D291DB4-C7EC-4EAD-BDAC-60DFEF32FF5C}"/>
              </a:ext>
            </a:extLst>
          </p:cNvPr>
          <p:cNvSpPr txBox="1"/>
          <p:nvPr/>
        </p:nvSpPr>
        <p:spPr>
          <a:xfrm>
            <a:off x="670560" y="3300904"/>
            <a:ext cx="8006080" cy="738664"/>
          </a:xfrm>
          <a:prstGeom prst="rect">
            <a:avLst/>
          </a:prstGeom>
          <a:noFill/>
        </p:spPr>
        <p:txBody>
          <a:bodyPr wrap="square">
            <a:spAutoFit/>
          </a:bodyPr>
          <a:lstStyle/>
          <a:p>
            <a:r>
              <a:rPr lang="en-US" dirty="0"/>
              <a:t>● •The first histogram is made by the data in “buy-clicks”, which shows how many times each item is purchased. Among six items, the item “2” is the most purchased, the item “1” is the least purchased.</a:t>
            </a:r>
            <a:endParaRPr lang="es-PE"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Shape 103"/>
          <p:cNvSpPr txBox="1">
            <a:spLocks noGrp="1"/>
          </p:cNvSpPr>
          <p:nvPr>
            <p:ph type="title"/>
          </p:nvPr>
        </p:nvSpPr>
        <p:spPr>
          <a:xfrm>
            <a:off x="311700" y="410000"/>
            <a:ext cx="8520600" cy="607800"/>
          </a:xfrm>
          <a:prstGeom prst="rect">
            <a:avLst/>
          </a:prstGeom>
        </p:spPr>
        <p:txBody>
          <a:bodyPr lIns="91425" tIns="91425" rIns="91425" bIns="91425" anchor="t" anchorCtr="0">
            <a:noAutofit/>
          </a:bodyPr>
          <a:lstStyle/>
          <a:p>
            <a:pPr lvl="0" rtl="0">
              <a:spcBef>
                <a:spcPts val="0"/>
              </a:spcBef>
              <a:buNone/>
            </a:pPr>
            <a:r>
              <a:rPr lang="en"/>
              <a:t>What have we learned from classification?</a:t>
            </a:r>
          </a:p>
        </p:txBody>
      </p:sp>
      <p:pic>
        <p:nvPicPr>
          <p:cNvPr id="3" name="Imagen 2">
            <a:extLst>
              <a:ext uri="{FF2B5EF4-FFF2-40B4-BE49-F238E27FC236}">
                <a16:creationId xmlns:a16="http://schemas.microsoft.com/office/drawing/2014/main" id="{8300A228-BB9B-46DA-BEEA-2FD5871E677F}"/>
              </a:ext>
            </a:extLst>
          </p:cNvPr>
          <p:cNvPicPr>
            <a:picLocks noChangeAspect="1"/>
          </p:cNvPicPr>
          <p:nvPr/>
        </p:nvPicPr>
        <p:blipFill rotWithShape="1">
          <a:blip r:embed="rId3"/>
          <a:srcRect l="22000" t="30025" r="21667" b="48049"/>
          <a:stretch/>
        </p:blipFill>
        <p:spPr>
          <a:xfrm>
            <a:off x="670560" y="1228829"/>
            <a:ext cx="6939280" cy="1519251"/>
          </a:xfrm>
          <a:prstGeom prst="rect">
            <a:avLst/>
          </a:prstGeom>
        </p:spPr>
      </p:pic>
      <p:sp>
        <p:nvSpPr>
          <p:cNvPr id="6" name="CuadroTexto 5">
            <a:extLst>
              <a:ext uri="{FF2B5EF4-FFF2-40B4-BE49-F238E27FC236}">
                <a16:creationId xmlns:a16="http://schemas.microsoft.com/office/drawing/2014/main" id="{AA56CF7C-C2F2-4252-A76C-54C1DBA5294E}"/>
              </a:ext>
            </a:extLst>
          </p:cNvPr>
          <p:cNvSpPr txBox="1"/>
          <p:nvPr/>
        </p:nvSpPr>
        <p:spPr>
          <a:xfrm>
            <a:off x="670560" y="2917618"/>
            <a:ext cx="7965440" cy="1169551"/>
          </a:xfrm>
          <a:prstGeom prst="rect">
            <a:avLst/>
          </a:prstGeom>
          <a:noFill/>
        </p:spPr>
        <p:txBody>
          <a:bodyPr wrap="square">
            <a:spAutoFit/>
          </a:bodyPr>
          <a:lstStyle/>
          <a:p>
            <a:r>
              <a:rPr lang="en-US" dirty="0"/>
              <a:t>● The second one is made by the same dataset. According to this graph, we get different amount of money that made from each item. Among them, the item “5” made the most money, and the item “1” made the least money, which is also the least purchased, it means the item “1” is not preferred by most people. In this case, providers should think about strategies to change this situation or to solve this problem.</a:t>
            </a:r>
            <a:endParaRPr lang="es-PE"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Shape 108"/>
          <p:cNvSpPr txBox="1">
            <a:spLocks noGrp="1"/>
          </p:cNvSpPr>
          <p:nvPr>
            <p:ph type="title"/>
          </p:nvPr>
        </p:nvSpPr>
        <p:spPr>
          <a:xfrm>
            <a:off x="311700" y="410000"/>
            <a:ext cx="8520600" cy="607800"/>
          </a:xfrm>
          <a:prstGeom prst="rect">
            <a:avLst/>
          </a:prstGeom>
        </p:spPr>
        <p:txBody>
          <a:bodyPr lIns="91425" tIns="91425" rIns="91425" bIns="91425" anchor="t" anchorCtr="0">
            <a:noAutofit/>
          </a:bodyPr>
          <a:lstStyle/>
          <a:p>
            <a:pPr lvl="0" rtl="0">
              <a:spcBef>
                <a:spcPts val="0"/>
              </a:spcBef>
              <a:buNone/>
            </a:pPr>
            <a:r>
              <a:rPr lang="en"/>
              <a:t>What have we learned from clustering? </a:t>
            </a:r>
          </a:p>
        </p:txBody>
      </p:sp>
      <p:sp>
        <p:nvSpPr>
          <p:cNvPr id="109" name="Shape 109"/>
          <p:cNvSpPr txBox="1">
            <a:spLocks noGrp="1"/>
          </p:cNvSpPr>
          <p:nvPr>
            <p:ph type="body" idx="1"/>
          </p:nvPr>
        </p:nvSpPr>
        <p:spPr>
          <a:xfrm>
            <a:off x="311700" y="1229875"/>
            <a:ext cx="8520600" cy="3339000"/>
          </a:xfrm>
          <a:prstGeom prst="rect">
            <a:avLst/>
          </a:prstGeom>
        </p:spPr>
        <p:txBody>
          <a:bodyPr lIns="91425" tIns="91425" rIns="91425" bIns="91425" anchor="t" anchorCtr="0">
            <a:noAutofit/>
          </a:bodyPr>
          <a:lstStyle/>
          <a:p>
            <a:pPr lvl="0" algn="just" rtl="0">
              <a:spcBef>
                <a:spcPts val="0"/>
              </a:spcBef>
              <a:buNone/>
            </a:pPr>
            <a:r>
              <a:rPr lang="en-US" dirty="0"/>
              <a:t>first method, we used “combined-data”, and classified users with Decision Tree in KNIME to identify big spenders in the game. The objective is to predict which user is likely to purchase big-ticket items while playing game. Using this file “</a:t>
            </a:r>
            <a:r>
              <a:rPr lang="en-US" dirty="0" err="1"/>
              <a:t>combined_data</a:t>
            </a:r>
            <a:r>
              <a:rPr lang="en-US" dirty="0"/>
              <a:t>”, we defined two categories for price: </a:t>
            </a:r>
            <a:r>
              <a:rPr lang="en-US" dirty="0" err="1"/>
              <a:t>HighRollers</a:t>
            </a:r>
            <a:r>
              <a:rPr lang="en-US" dirty="0"/>
              <a:t>, who spend more than $5.00 to buy the items, and </a:t>
            </a:r>
            <a:r>
              <a:rPr lang="en-US" dirty="0" err="1"/>
              <a:t>PennyPinchers</a:t>
            </a:r>
            <a:r>
              <a:rPr lang="en-US" dirty="0"/>
              <a:t>, who spend $5.00 or less to buy the items. In this graph, red stands for the </a:t>
            </a:r>
            <a:r>
              <a:rPr lang="en-US" dirty="0" err="1"/>
              <a:t>PennyPinchers</a:t>
            </a:r>
            <a:r>
              <a:rPr lang="en-US" dirty="0"/>
              <a:t>, blue stands for the </a:t>
            </a:r>
            <a:r>
              <a:rPr lang="en-US" dirty="0" err="1"/>
              <a:t>HighRollers</a:t>
            </a:r>
            <a:r>
              <a:rPr lang="en-US" dirty="0"/>
              <a: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0ECD5E3-7D40-4D7A-83DA-43D57BAABB87}"/>
              </a:ext>
            </a:extLst>
          </p:cNvPr>
          <p:cNvPicPr>
            <a:picLocks noChangeAspect="1"/>
          </p:cNvPicPr>
          <p:nvPr/>
        </p:nvPicPr>
        <p:blipFill rotWithShape="1">
          <a:blip r:embed="rId2"/>
          <a:srcRect l="24667" t="46814" r="26333" b="26593"/>
          <a:stretch/>
        </p:blipFill>
        <p:spPr>
          <a:xfrm>
            <a:off x="873760" y="309879"/>
            <a:ext cx="7233920" cy="1798907"/>
          </a:xfrm>
          <a:prstGeom prst="rect">
            <a:avLst/>
          </a:prstGeom>
        </p:spPr>
      </p:pic>
      <p:sp>
        <p:nvSpPr>
          <p:cNvPr id="7" name="CuadroTexto 6">
            <a:extLst>
              <a:ext uri="{FF2B5EF4-FFF2-40B4-BE49-F238E27FC236}">
                <a16:creationId xmlns:a16="http://schemas.microsoft.com/office/drawing/2014/main" id="{FCF5A437-690F-4DD4-88FE-D1C20204706D}"/>
              </a:ext>
            </a:extLst>
          </p:cNvPr>
          <p:cNvSpPr txBox="1"/>
          <p:nvPr/>
        </p:nvSpPr>
        <p:spPr>
          <a:xfrm>
            <a:off x="670560" y="2234496"/>
            <a:ext cx="8209280" cy="954107"/>
          </a:xfrm>
          <a:prstGeom prst="rect">
            <a:avLst/>
          </a:prstGeom>
          <a:noFill/>
        </p:spPr>
        <p:txBody>
          <a:bodyPr wrap="square">
            <a:spAutoFit/>
          </a:bodyPr>
          <a:lstStyle/>
          <a:p>
            <a:r>
              <a:rPr lang="en-US" dirty="0"/>
              <a:t>● According to the resulting decision tree, it obviously shows that the predicted user_categoryis different in various platforms, the users on the platform android, Linux, windows and mac are almost Penny Pincher, however, most users which on the platform iPhone are </a:t>
            </a:r>
            <a:r>
              <a:rPr lang="en-US" dirty="0" err="1"/>
              <a:t>HighRoller</a:t>
            </a:r>
            <a:r>
              <a:rPr lang="en-US" dirty="0"/>
              <a:t>. </a:t>
            </a:r>
          </a:p>
          <a:p>
            <a:r>
              <a:rPr lang="en-US" dirty="0"/>
              <a:t>● Furthermore, thanks to the confusion matrix, our model has a88.5%accuracy rate</a:t>
            </a:r>
            <a:endParaRPr lang="es-PE" dirty="0"/>
          </a:p>
        </p:txBody>
      </p:sp>
    </p:spTree>
    <p:extLst>
      <p:ext uri="{BB962C8B-B14F-4D97-AF65-F5344CB8AC3E}">
        <p14:creationId xmlns:p14="http://schemas.microsoft.com/office/powerpoint/2010/main" val="2879836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355F6-0B6F-47B8-B960-2900A7E3692C}"/>
              </a:ext>
            </a:extLst>
          </p:cNvPr>
          <p:cNvSpPr>
            <a:spLocks noGrp="1"/>
          </p:cNvSpPr>
          <p:nvPr>
            <p:ph type="title"/>
          </p:nvPr>
        </p:nvSpPr>
        <p:spPr/>
        <p:txBody>
          <a:bodyPr/>
          <a:lstStyle/>
          <a:p>
            <a:r>
              <a:rPr lang="en-US" dirty="0"/>
              <a:t>What have we learned from clustering? </a:t>
            </a:r>
            <a:endParaRPr lang="es-PE" dirty="0"/>
          </a:p>
        </p:txBody>
      </p:sp>
      <p:sp>
        <p:nvSpPr>
          <p:cNvPr id="3" name="Marcador de texto 2">
            <a:extLst>
              <a:ext uri="{FF2B5EF4-FFF2-40B4-BE49-F238E27FC236}">
                <a16:creationId xmlns:a16="http://schemas.microsoft.com/office/drawing/2014/main" id="{9FD2E6B6-38C0-4F33-8333-0B24B70ED665}"/>
              </a:ext>
            </a:extLst>
          </p:cNvPr>
          <p:cNvSpPr>
            <a:spLocks noGrp="1"/>
          </p:cNvSpPr>
          <p:nvPr>
            <p:ph type="body" idx="1"/>
          </p:nvPr>
        </p:nvSpPr>
        <p:spPr/>
        <p:txBody>
          <a:bodyPr/>
          <a:lstStyle/>
          <a:p>
            <a:r>
              <a:rPr lang="en-US" sz="1400" dirty="0"/>
              <a:t>● In this part, the Clustering method is applied, which is completed in </a:t>
            </a:r>
            <a:r>
              <a:rPr lang="en-US" sz="1400" dirty="0" err="1"/>
              <a:t>iPython</a:t>
            </a:r>
            <a:r>
              <a:rPr lang="en-US" sz="1400" dirty="0"/>
              <a:t> Notebook with Spark </a:t>
            </a:r>
            <a:r>
              <a:rPr lang="en-US" sz="1400" dirty="0" err="1"/>
              <a:t>MLlib</a:t>
            </a:r>
            <a:r>
              <a:rPr lang="en-US" sz="1400" dirty="0"/>
              <a:t>. </a:t>
            </a:r>
          </a:p>
          <a:p>
            <a:r>
              <a:rPr lang="en-US" sz="1400" dirty="0"/>
              <a:t>● Before beginning, I chose 3 attributes: amount of ad-clicking per user, amount of game-clicking per user and total price spent by each user. Then training data set is created by combining the 3 attributes in a table. Finally, training to create cluster centers and getting the following results. </a:t>
            </a:r>
          </a:p>
          <a:p>
            <a:endParaRPr lang="es-PE" sz="1400" dirty="0"/>
          </a:p>
        </p:txBody>
      </p:sp>
      <p:pic>
        <p:nvPicPr>
          <p:cNvPr id="5" name="Imagen 4">
            <a:extLst>
              <a:ext uri="{FF2B5EF4-FFF2-40B4-BE49-F238E27FC236}">
                <a16:creationId xmlns:a16="http://schemas.microsoft.com/office/drawing/2014/main" id="{B01E91E2-F45D-4C21-B51A-10830E284178}"/>
              </a:ext>
            </a:extLst>
          </p:cNvPr>
          <p:cNvPicPr>
            <a:picLocks noChangeAspect="1"/>
          </p:cNvPicPr>
          <p:nvPr/>
        </p:nvPicPr>
        <p:blipFill rotWithShape="1">
          <a:blip r:embed="rId2"/>
          <a:srcRect l="22036" t="43969" r="28982" b="40269"/>
          <a:stretch/>
        </p:blipFill>
        <p:spPr>
          <a:xfrm>
            <a:off x="926189" y="2713100"/>
            <a:ext cx="6632563" cy="1200525"/>
          </a:xfrm>
          <a:prstGeom prst="rect">
            <a:avLst/>
          </a:prstGeom>
        </p:spPr>
      </p:pic>
    </p:spTree>
    <p:extLst>
      <p:ext uri="{BB962C8B-B14F-4D97-AF65-F5344CB8AC3E}">
        <p14:creationId xmlns:p14="http://schemas.microsoft.com/office/powerpoint/2010/main" val="3354923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5" name="Shape 115"/>
          <p:cNvSpPr txBox="1">
            <a:spLocks noGrp="1"/>
          </p:cNvSpPr>
          <p:nvPr>
            <p:ph type="body" idx="1"/>
          </p:nvPr>
        </p:nvSpPr>
        <p:spPr>
          <a:xfrm>
            <a:off x="311700" y="375920"/>
            <a:ext cx="8520600" cy="4357580"/>
          </a:xfrm>
          <a:prstGeom prst="rect">
            <a:avLst/>
          </a:prstGeom>
        </p:spPr>
        <p:txBody>
          <a:bodyPr lIns="91425" tIns="91425" rIns="91425" bIns="91425" anchor="t" anchorCtr="0">
            <a:noAutofit/>
          </a:bodyPr>
          <a:lstStyle/>
          <a:p>
            <a:pPr lvl="0" rtl="0">
              <a:spcBef>
                <a:spcPts val="0"/>
              </a:spcBef>
              <a:buNone/>
            </a:pPr>
            <a:r>
              <a:rPr lang="en-US" sz="1200" dirty="0"/>
              <a:t>● Cluster 1 is different from the others in that the users’ ad-clicks, game-clicks and cost are all less than others, this kind of users can be called “low level spending user”. </a:t>
            </a:r>
          </a:p>
          <a:p>
            <a:pPr lvl="0" rtl="0">
              <a:spcBef>
                <a:spcPts val="0"/>
              </a:spcBef>
              <a:buNone/>
            </a:pPr>
            <a:r>
              <a:rPr lang="en-US" sz="1200" dirty="0"/>
              <a:t>● Cluster 3 is different from the others in that the users’ ad-clicks, game-clicks and cost are all more than others, this kind of users can be called “high level spending user”. </a:t>
            </a:r>
          </a:p>
          <a:p>
            <a:pPr lvl="0" rtl="0">
              <a:spcBef>
                <a:spcPts val="0"/>
              </a:spcBef>
              <a:buNone/>
            </a:pPr>
            <a:r>
              <a:rPr lang="en-US" sz="1200" dirty="0"/>
              <a:t>● Cluster 2 is different from the others in that the ad-clicks is not the least, game-clicks is the most but their cost is not the most, this kind of users can be called “neutral user”. </a:t>
            </a:r>
          </a:p>
          <a:p>
            <a:pPr lvl="0" rtl="0">
              <a:spcBef>
                <a:spcPts val="0"/>
              </a:spcBef>
              <a:buNone/>
            </a:pPr>
            <a:r>
              <a:rPr lang="en-US" sz="1200" dirty="0"/>
              <a:t>● The results reflect that the ad clicking amount of “high level spending user” is1.45 times more than “low level spending user” and1.14 times more than “neutral user”; the game clicking amount of “high level spending user” is2.63 times more than “low level spending user” ; finally, the revenue from “high level spending user” is1.31 times higher than “low level spending user” and1.12 times higher than “neutral user”.</a:t>
            </a:r>
            <a:endParaRPr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63E1D8-9CB0-4F73-A297-22B0DC4A4902}"/>
              </a:ext>
            </a:extLst>
          </p:cNvPr>
          <p:cNvSpPr>
            <a:spLocks noGrp="1"/>
          </p:cNvSpPr>
          <p:nvPr>
            <p:ph type="title"/>
          </p:nvPr>
        </p:nvSpPr>
        <p:spPr/>
        <p:txBody>
          <a:bodyPr/>
          <a:lstStyle/>
          <a:p>
            <a:r>
              <a:rPr lang="en" dirty="0"/>
              <a:t>From our chat graph analysis, what further exploration should we undertake?</a:t>
            </a:r>
            <a:endParaRPr lang="es-PE" dirty="0"/>
          </a:p>
        </p:txBody>
      </p:sp>
      <p:sp>
        <p:nvSpPr>
          <p:cNvPr id="3" name="Marcador de texto 2">
            <a:extLst>
              <a:ext uri="{FF2B5EF4-FFF2-40B4-BE49-F238E27FC236}">
                <a16:creationId xmlns:a16="http://schemas.microsoft.com/office/drawing/2014/main" id="{97F86231-2D2F-4979-B14D-333E2CAFAD07}"/>
              </a:ext>
            </a:extLst>
          </p:cNvPr>
          <p:cNvSpPr>
            <a:spLocks noGrp="1"/>
          </p:cNvSpPr>
          <p:nvPr>
            <p:ph type="body" idx="1"/>
          </p:nvPr>
        </p:nvSpPr>
        <p:spPr>
          <a:xfrm>
            <a:off x="311700" y="1442719"/>
            <a:ext cx="3599900" cy="2936241"/>
          </a:xfrm>
        </p:spPr>
        <p:txBody>
          <a:bodyPr/>
          <a:lstStyle/>
          <a:p>
            <a:pPr marL="285750" indent="-285750" algn="just">
              <a:buFont typeface="Arial" panose="020B0604020202020204" pitchFamily="34" charset="0"/>
              <a:buChar char="•"/>
            </a:pPr>
            <a:r>
              <a:rPr lang="en-US" sz="1600" dirty="0"/>
              <a:t>In the last part, the Chat Graph Analysis is achieved byNeo4J. </a:t>
            </a:r>
          </a:p>
          <a:p>
            <a:pPr marL="285750" indent="-285750" algn="just">
              <a:buFont typeface="Arial" panose="020B0604020202020204" pitchFamily="34" charset="0"/>
              <a:buChar char="•"/>
            </a:pPr>
            <a:r>
              <a:rPr lang="en-US" sz="1600" dirty="0"/>
              <a:t> The CSV data files of “</a:t>
            </a:r>
            <a:r>
              <a:rPr lang="en-US" sz="1600" dirty="0" err="1"/>
              <a:t>chatdata</a:t>
            </a:r>
            <a:r>
              <a:rPr lang="en-US" sz="1600" dirty="0"/>
              <a:t> ”are loaded into Neo4J. Then we firstly find the top 10 chattiest users by matching all users with a Create Chat edge, return the users’ ID and the count of the users. </a:t>
            </a:r>
            <a:endParaRPr lang="es-PE" sz="1600" dirty="0"/>
          </a:p>
        </p:txBody>
      </p:sp>
      <p:pic>
        <p:nvPicPr>
          <p:cNvPr id="5" name="Imagen 4">
            <a:extLst>
              <a:ext uri="{FF2B5EF4-FFF2-40B4-BE49-F238E27FC236}">
                <a16:creationId xmlns:a16="http://schemas.microsoft.com/office/drawing/2014/main" id="{B2B662AE-3465-4A0A-A508-448F6DC5C8F8}"/>
              </a:ext>
            </a:extLst>
          </p:cNvPr>
          <p:cNvPicPr>
            <a:picLocks noChangeAspect="1"/>
          </p:cNvPicPr>
          <p:nvPr/>
        </p:nvPicPr>
        <p:blipFill rotWithShape="1">
          <a:blip r:embed="rId2"/>
          <a:srcRect l="44270" t="22464" r="34176" b="39360"/>
          <a:stretch/>
        </p:blipFill>
        <p:spPr>
          <a:xfrm>
            <a:off x="4866640" y="1539239"/>
            <a:ext cx="2753360" cy="2743200"/>
          </a:xfrm>
          <a:prstGeom prst="rect">
            <a:avLst/>
          </a:prstGeom>
        </p:spPr>
      </p:pic>
    </p:spTree>
    <p:extLst>
      <p:ext uri="{BB962C8B-B14F-4D97-AF65-F5344CB8AC3E}">
        <p14:creationId xmlns:p14="http://schemas.microsoft.com/office/powerpoint/2010/main" val="2745505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6A510EE-FE8E-4819-A0F7-EA4A518A6865}"/>
              </a:ext>
            </a:extLst>
          </p:cNvPr>
          <p:cNvSpPr>
            <a:spLocks noGrp="1"/>
          </p:cNvSpPr>
          <p:nvPr>
            <p:ph type="body" idx="1"/>
          </p:nvPr>
        </p:nvSpPr>
        <p:spPr>
          <a:xfrm>
            <a:off x="321860" y="640595"/>
            <a:ext cx="3274780" cy="3339000"/>
          </a:xfrm>
        </p:spPr>
        <p:txBody>
          <a:bodyPr/>
          <a:lstStyle/>
          <a:p>
            <a:r>
              <a:rPr lang="en-US" dirty="0"/>
              <a:t>Secondly, we find the top 10 chattiest teams by matching all Chat Items with a part of edge connecting them with a </a:t>
            </a:r>
            <a:r>
              <a:rPr lang="en-US" dirty="0" err="1"/>
              <a:t>TeamChatSession</a:t>
            </a:r>
            <a:r>
              <a:rPr lang="en-US" dirty="0"/>
              <a:t> node and the </a:t>
            </a:r>
            <a:r>
              <a:rPr lang="en-US" dirty="0" err="1"/>
              <a:t>TeamChatSession</a:t>
            </a:r>
            <a:r>
              <a:rPr lang="en-US" dirty="0"/>
              <a:t> nodes must have an Owned By edge connecting them with any other node, and return the count of teams as well.</a:t>
            </a:r>
            <a:endParaRPr lang="es-PE" dirty="0"/>
          </a:p>
        </p:txBody>
      </p:sp>
      <p:pic>
        <p:nvPicPr>
          <p:cNvPr id="5" name="Imagen 4">
            <a:extLst>
              <a:ext uri="{FF2B5EF4-FFF2-40B4-BE49-F238E27FC236}">
                <a16:creationId xmlns:a16="http://schemas.microsoft.com/office/drawing/2014/main" id="{160BEEE0-7ED2-40D9-9E26-66C12C32511A}"/>
              </a:ext>
            </a:extLst>
          </p:cNvPr>
          <p:cNvPicPr>
            <a:picLocks noChangeAspect="1"/>
          </p:cNvPicPr>
          <p:nvPr/>
        </p:nvPicPr>
        <p:blipFill rotWithShape="1">
          <a:blip r:embed="rId2"/>
          <a:srcRect l="51111" t="31012" r="25000" b="27309"/>
          <a:stretch/>
        </p:blipFill>
        <p:spPr>
          <a:xfrm>
            <a:off x="4455162" y="640595"/>
            <a:ext cx="3274780" cy="3213854"/>
          </a:xfrm>
          <a:prstGeom prst="rect">
            <a:avLst/>
          </a:prstGeom>
        </p:spPr>
      </p:pic>
    </p:spTree>
    <p:extLst>
      <p:ext uri="{BB962C8B-B14F-4D97-AF65-F5344CB8AC3E}">
        <p14:creationId xmlns:p14="http://schemas.microsoft.com/office/powerpoint/2010/main" val="29616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A6FDB94-17E8-4505-AA24-ACF518BB4891}"/>
              </a:ext>
            </a:extLst>
          </p:cNvPr>
          <p:cNvSpPr>
            <a:spLocks noGrp="1"/>
          </p:cNvSpPr>
          <p:nvPr>
            <p:ph type="body" idx="1"/>
          </p:nvPr>
        </p:nvSpPr>
        <p:spPr>
          <a:xfrm>
            <a:off x="220260" y="488195"/>
            <a:ext cx="3315420" cy="3339000"/>
          </a:xfrm>
        </p:spPr>
        <p:txBody>
          <a:bodyPr/>
          <a:lstStyle/>
          <a:p>
            <a:r>
              <a:rPr lang="en-US" dirty="0"/>
              <a:t>● According to the first two tables, we get the third table which identifies among the top 10 chattiest users, one of them belongs to chattiest teams, i.e. the user “999” belongs to the team “52”, but other 9 users are not part of the top 10 chattiest teams. This states that most of the chattiest users are not in the chattiest teams.</a:t>
            </a:r>
            <a:endParaRPr lang="es-PE" dirty="0"/>
          </a:p>
        </p:txBody>
      </p:sp>
      <p:pic>
        <p:nvPicPr>
          <p:cNvPr id="5" name="Imagen 4">
            <a:extLst>
              <a:ext uri="{FF2B5EF4-FFF2-40B4-BE49-F238E27FC236}">
                <a16:creationId xmlns:a16="http://schemas.microsoft.com/office/drawing/2014/main" id="{AA5C524D-AE32-4EE8-876F-4DE1C9FB1F77}"/>
              </a:ext>
            </a:extLst>
          </p:cNvPr>
          <p:cNvPicPr>
            <a:picLocks noChangeAspect="1"/>
          </p:cNvPicPr>
          <p:nvPr/>
        </p:nvPicPr>
        <p:blipFill rotWithShape="1">
          <a:blip r:embed="rId2"/>
          <a:srcRect l="48333" t="27644" r="29333" b="26134"/>
          <a:stretch/>
        </p:blipFill>
        <p:spPr>
          <a:xfrm>
            <a:off x="4572000" y="420651"/>
            <a:ext cx="3108960" cy="3619388"/>
          </a:xfrm>
          <a:prstGeom prst="rect">
            <a:avLst/>
          </a:prstGeom>
        </p:spPr>
      </p:pic>
    </p:spTree>
    <p:extLst>
      <p:ext uri="{BB962C8B-B14F-4D97-AF65-F5344CB8AC3E}">
        <p14:creationId xmlns:p14="http://schemas.microsoft.com/office/powerpoint/2010/main" val="2113290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Shape 120"/>
          <p:cNvSpPr txBox="1">
            <a:spLocks noGrp="1"/>
          </p:cNvSpPr>
          <p:nvPr>
            <p:ph type="title"/>
          </p:nvPr>
        </p:nvSpPr>
        <p:spPr>
          <a:xfrm>
            <a:off x="311700" y="410000"/>
            <a:ext cx="8520600" cy="607800"/>
          </a:xfrm>
          <a:prstGeom prst="rect">
            <a:avLst/>
          </a:prstGeom>
        </p:spPr>
        <p:txBody>
          <a:bodyPr lIns="91425" tIns="91425" rIns="91425" bIns="91425" anchor="t" anchorCtr="0">
            <a:noAutofit/>
          </a:bodyPr>
          <a:lstStyle/>
          <a:p>
            <a:pPr lvl="0">
              <a:spcBef>
                <a:spcPts val="0"/>
              </a:spcBef>
              <a:buNone/>
            </a:pPr>
            <a:r>
              <a:rPr lang="en" dirty="0"/>
              <a:t>Recommendation</a:t>
            </a:r>
          </a:p>
        </p:txBody>
      </p:sp>
      <p:sp>
        <p:nvSpPr>
          <p:cNvPr id="121" name="Shape 121"/>
          <p:cNvSpPr txBox="1">
            <a:spLocks noGrp="1"/>
          </p:cNvSpPr>
          <p:nvPr>
            <p:ph type="body" idx="1"/>
          </p:nvPr>
        </p:nvSpPr>
        <p:spPr>
          <a:xfrm>
            <a:off x="311700" y="1229875"/>
            <a:ext cx="8520600" cy="3339000"/>
          </a:xfrm>
          <a:prstGeom prst="rect">
            <a:avLst/>
          </a:prstGeom>
        </p:spPr>
        <p:txBody>
          <a:bodyPr lIns="91425" tIns="91425" rIns="91425" bIns="91425" anchor="t" anchorCtr="0">
            <a:noAutofit/>
          </a:bodyPr>
          <a:lstStyle/>
          <a:p>
            <a:pPr lvl="0">
              <a:spcBef>
                <a:spcPts val="0"/>
              </a:spcBef>
              <a:buNone/>
            </a:pPr>
            <a:r>
              <a:rPr lang="en-US" sz="1200" dirty="0"/>
              <a:t>● Following previous results, here are some recommendations to be considered:</a:t>
            </a:r>
          </a:p>
          <a:p>
            <a:pPr lvl="0">
              <a:spcBef>
                <a:spcPts val="0"/>
              </a:spcBef>
              <a:buNone/>
            </a:pPr>
            <a:r>
              <a:rPr lang="en-US" sz="1200" dirty="0"/>
              <a:t> ● Offer more products to iPhone users. According to the decision tree classification, it reflects that most users which on the platform iPhone are High Rollers, so offering more products to them can increase our revenue. </a:t>
            </a:r>
          </a:p>
          <a:p>
            <a:pPr lvl="0">
              <a:spcBef>
                <a:spcPts val="0"/>
              </a:spcBef>
              <a:buNone/>
            </a:pPr>
            <a:r>
              <a:rPr lang="en-US" sz="1200" dirty="0"/>
              <a:t>● Provide more products to “high level spending user", which is similar as the first one, but the users are not totally identical. Thanks to Clustering results, we know that the “high level spending user” clicked less but buy more than others, we can provide more products to them for increasing the revenue.</a:t>
            </a:r>
          </a:p>
          <a:p>
            <a:pPr lvl="0">
              <a:spcBef>
                <a:spcPts val="0"/>
              </a:spcBef>
              <a:buNone/>
            </a:pPr>
            <a:r>
              <a:rPr lang="en-US" sz="1200" dirty="0"/>
              <a:t> ● Provide some fixed pay packages or promotion to users, especially to “low level spending user". This action can stimulate consumption of users, and since the paying probability of “low level spending user” is low, the promotion can encourage them to purchase.</a:t>
            </a:r>
            <a:endParaRPr sz="1200" dirty="0"/>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1321</Words>
  <Application>Microsoft Office PowerPoint</Application>
  <PresentationFormat>Presentación en pantalla (16:9)</PresentationFormat>
  <Paragraphs>43</Paragraphs>
  <Slides>12</Slides>
  <Notes>7</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Roboto</vt:lpstr>
      <vt:lpstr>Arial</vt:lpstr>
      <vt:lpstr>geometric</vt:lpstr>
      <vt:lpstr> How can we increase revenue  from Catch the Pink Flamingo?</vt:lpstr>
      <vt:lpstr>Problem Statement </vt:lpstr>
      <vt:lpstr>Data Exploration Overview</vt:lpstr>
      <vt:lpstr>What have we learned from classification?</vt:lpstr>
      <vt:lpstr>What have we learned from clustering? </vt:lpstr>
      <vt:lpstr>Presentación de PowerPoint</vt:lpstr>
      <vt:lpstr>What have we learned from clustering? </vt:lpstr>
      <vt:lpstr>Presentación de PowerPoint</vt:lpstr>
      <vt:lpstr>From our chat graph analysis, what further exploration should we undertake?</vt:lpstr>
      <vt:lpstr>Presentación de PowerPoint</vt:lpstr>
      <vt:lpstr>Presentación de PowerPoint</vt:lpstr>
      <vt:lpstr>Recommendation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can we increase revenue  from Catch the Pink Flamingo?</dc:title>
  <dc:creator>pc</dc:creator>
  <cp:lastModifiedBy>Andres Maximo Cosme Malasquez</cp:lastModifiedBy>
  <cp:revision>2</cp:revision>
  <dcterms:modified xsi:type="dcterms:W3CDTF">2020-10-01T23:51:49Z</dcterms:modified>
</cp:coreProperties>
</file>