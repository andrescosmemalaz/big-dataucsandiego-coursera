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6858000" cy="9144000"/>
  <p:embeddedFontLst>
    <p:embeddedFont>
      <p:font typeface="Robo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boldItalic.fntdata"/><Relationship Id="rId14"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1" name="Shape 81"/>
        <p:cNvGrpSpPr/>
        <p:nvPr/>
      </p:nvGrpSpPr>
      <p:grpSpPr>
        <a:xfrm>
          <a:off x="0" y="0"/>
          <a:ext cx="0" cy="0"/>
          <a:chOff x="0" y="0"/>
          <a:chExt cx="0" cy="0"/>
        </a:xfrm>
      </p:grpSpPr>
      <p:sp>
        <p:nvSpPr>
          <p:cNvPr id="82" name="Shape 82"/>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83" name="Shape 8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7" name="Shape 87"/>
        <p:cNvGrpSpPr/>
        <p:nvPr/>
      </p:nvGrpSpPr>
      <p:grpSpPr>
        <a:xfrm>
          <a:off x="0" y="0"/>
          <a:ext cx="0" cy="0"/>
          <a:chOff x="0" y="0"/>
          <a:chExt cx="0" cy="0"/>
        </a:xfrm>
      </p:grpSpPr>
      <p:sp>
        <p:nvSpPr>
          <p:cNvPr id="88" name="Shape 8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9" name="Shape 8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Fill in appropriate/key data set descriptions.</a:t>
            </a:r>
          </a:p>
          <a:p>
            <a:pPr lvl="0">
              <a:spcBef>
                <a:spcPts val="0"/>
              </a:spcBef>
              <a:buNone/>
            </a:pPr>
            <a:r>
              <a:rPr lang="en"/>
              <a:t>In your script, be sure to make clear how this is a data science story.  State in your own words YOUR opinion of why the different kinds and sources of data are so important for Eglence to be able to identify new revenue opportunities.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3" name="Shape 93"/>
        <p:cNvGrpSpPr/>
        <p:nvPr/>
      </p:nvGrpSpPr>
      <p:grpSpPr>
        <a:xfrm>
          <a:off x="0" y="0"/>
          <a:ext cx="0" cy="0"/>
          <a:chOff x="0" y="0"/>
          <a:chExt cx="0" cy="0"/>
        </a:xfrm>
      </p:grpSpPr>
      <p:sp>
        <p:nvSpPr>
          <p:cNvPr id="94" name="Shape 9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5" name="Shape 9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Assuming you have &lt;2 minutes for this slide, what is the most important thing(s) to convey from your experience with exploring the data?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9" name="Shape 99"/>
        <p:cNvGrpSpPr/>
        <p:nvPr/>
      </p:nvGrpSpPr>
      <p:grpSpPr>
        <a:xfrm>
          <a:off x="0" y="0"/>
          <a:ext cx="0" cy="0"/>
          <a:chOff x="0" y="0"/>
          <a:chExt cx="0" cy="0"/>
        </a:xfrm>
      </p:grpSpPr>
      <p:sp>
        <p:nvSpPr>
          <p:cNvPr id="100" name="Shape 10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1" name="Shape 10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Assume you have 2 minutes to present what you perceive to be the most important or remarkable points from your classification analysis.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4" name="Shape 104"/>
        <p:cNvGrpSpPr/>
        <p:nvPr/>
      </p:nvGrpSpPr>
      <p:grpSpPr>
        <a:xfrm>
          <a:off x="0" y="0"/>
          <a:ext cx="0" cy="0"/>
          <a:chOff x="0" y="0"/>
          <a:chExt cx="0" cy="0"/>
        </a:xfrm>
      </p:grpSpPr>
      <p:sp>
        <p:nvSpPr>
          <p:cNvPr id="105" name="Shape 10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6" name="Shape 10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Assume you have 2 minutes to present what you perceive to be the most important or remarkable points from your classification analysis.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 name="Shape 110"/>
        <p:cNvGrpSpPr/>
        <p:nvPr/>
      </p:nvGrpSpPr>
      <p:grpSpPr>
        <a:xfrm>
          <a:off x="0" y="0"/>
          <a:ext cx="0" cy="0"/>
          <a:chOff x="0" y="0"/>
          <a:chExt cx="0" cy="0"/>
        </a:xfrm>
      </p:grpSpPr>
      <p:sp>
        <p:nvSpPr>
          <p:cNvPr id="111" name="Shape 11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2" name="Shape 11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Assume you have 2 minutes to present what you perceive to be the most important or remarkable points from your graph analysis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 name="Shape 116"/>
        <p:cNvGrpSpPr/>
        <p:nvPr/>
      </p:nvGrpSpPr>
      <p:grpSpPr>
        <a:xfrm>
          <a:off x="0" y="0"/>
          <a:ext cx="0" cy="0"/>
          <a:chOff x="0" y="0"/>
          <a:chExt cx="0" cy="0"/>
        </a:xfrm>
      </p:grpSpPr>
      <p:sp>
        <p:nvSpPr>
          <p:cNvPr id="117" name="Shape 11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8" name="Shape 11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From your own viewpoint, make one recommendation/action the Eglence should follow to improve their business.  Be sure to explain your rationale.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dk1"/>
        </a:solidFill>
      </p:bgPr>
    </p:bg>
    <p:spTree>
      <p:nvGrpSpPr>
        <p:cNvPr id="9" name="Shape 9"/>
        <p:cNvGrpSpPr/>
        <p:nvPr/>
      </p:nvGrpSpPr>
      <p:grpSpPr>
        <a:xfrm>
          <a:off x="0" y="0"/>
          <a:ext cx="0" cy="0"/>
          <a:chOff x="0" y="0"/>
          <a:chExt cx="0" cy="0"/>
        </a:xfrm>
      </p:grpSpPr>
      <p:grpSp>
        <p:nvGrpSpPr>
          <p:cNvPr id="10" name="Shape 10"/>
          <p:cNvGrpSpPr/>
          <p:nvPr/>
        </p:nvGrpSpPr>
        <p:grpSpPr>
          <a:xfrm>
            <a:off x="6098378" y="4"/>
            <a:ext cx="3045625" cy="2030570"/>
            <a:chOff x="6098378" y="4"/>
            <a:chExt cx="3045625" cy="2030570"/>
          </a:xfrm>
        </p:grpSpPr>
        <p:sp>
          <p:nvSpPr>
            <p:cNvPr id="11" name="Shape 11"/>
            <p:cNvSpPr/>
            <p:nvPr/>
          </p:nvSpPr>
          <p:spPr>
            <a:xfrm>
              <a:off x="8128803" y="15"/>
              <a:ext cx="1015200" cy="1015200"/>
            </a:xfrm>
            <a:prstGeom prst="rect">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12" name="Shape 12"/>
            <p:cNvSpPr/>
            <p:nvPr/>
          </p:nvSpPr>
          <p:spPr>
            <a:xfrm flipH="1">
              <a:off x="7113463" y="4"/>
              <a:ext cx="1015200" cy="1015200"/>
            </a:xfrm>
            <a:prstGeom prst="rtTriangle">
              <a:avLst/>
            </a:prstGeom>
            <a:solidFill>
              <a:schemeClr val="accent2"/>
            </a:solidFill>
            <a:ln>
              <a:noFill/>
            </a:ln>
          </p:spPr>
          <p:txBody>
            <a:bodyPr anchorCtr="0" anchor="ctr" bIns="91425" lIns="91425" rIns="91425" tIns="91425">
              <a:noAutofit/>
            </a:bodyPr>
            <a:lstStyle/>
            <a:p>
              <a:pPr lvl="0">
                <a:spcBef>
                  <a:spcPts val="0"/>
                </a:spcBef>
                <a:buNone/>
              </a:pPr>
              <a:r>
                <a:t/>
              </a:r>
              <a:endParaRPr/>
            </a:p>
          </p:txBody>
        </p:sp>
        <p:sp>
          <p:nvSpPr>
            <p:cNvPr id="13" name="Shape 13"/>
            <p:cNvSpPr/>
            <p:nvPr/>
          </p:nvSpPr>
          <p:spPr>
            <a:xfrm flipH="1" rot="10800000">
              <a:off x="7113588" y="106"/>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sp>
          <p:nvSpPr>
            <p:cNvPr id="14" name="Shape 14"/>
            <p:cNvSpPr/>
            <p:nvPr/>
          </p:nvSpPr>
          <p:spPr>
            <a:xfrm rot="10800000">
              <a:off x="6098378" y="96"/>
              <a:ext cx="1015200" cy="1015200"/>
            </a:xfrm>
            <a:prstGeom prst="rtTriangle">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15" name="Shape 15"/>
            <p:cNvSpPr/>
            <p:nvPr/>
          </p:nvSpPr>
          <p:spPr>
            <a:xfrm rot="10800000">
              <a:off x="8128789" y="1015375"/>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grpSp>
      <p:sp>
        <p:nvSpPr>
          <p:cNvPr id="16" name="Shape 16"/>
          <p:cNvSpPr txBox="1"/>
          <p:nvPr>
            <p:ph type="ctrTitle"/>
          </p:nvPr>
        </p:nvSpPr>
        <p:spPr>
          <a:xfrm>
            <a:off x="598100" y="1775222"/>
            <a:ext cx="8222100" cy="838800"/>
          </a:xfrm>
          <a:prstGeom prst="rect">
            <a:avLst/>
          </a:prstGeom>
        </p:spPr>
        <p:txBody>
          <a:bodyPr anchorCtr="0" anchor="b" bIns="91425" lIns="91425" rIns="91425" tIns="91425"/>
          <a:lstStyle>
            <a:lvl1pPr lvl="0">
              <a:spcBef>
                <a:spcPts val="0"/>
              </a:spcBef>
              <a:buClr>
                <a:schemeClr val="lt1"/>
              </a:buClr>
              <a:buSzPct val="100000"/>
              <a:defRPr sz="4200">
                <a:solidFill>
                  <a:schemeClr val="lt1"/>
                </a:solidFill>
              </a:defRPr>
            </a:lvl1pPr>
            <a:lvl2pPr lvl="1">
              <a:spcBef>
                <a:spcPts val="0"/>
              </a:spcBef>
              <a:buClr>
                <a:schemeClr val="lt1"/>
              </a:buClr>
              <a:buSzPct val="100000"/>
              <a:defRPr sz="4200">
                <a:solidFill>
                  <a:schemeClr val="lt1"/>
                </a:solidFill>
              </a:defRPr>
            </a:lvl2pPr>
            <a:lvl3pPr lvl="2">
              <a:spcBef>
                <a:spcPts val="0"/>
              </a:spcBef>
              <a:buClr>
                <a:schemeClr val="lt1"/>
              </a:buClr>
              <a:buSzPct val="100000"/>
              <a:defRPr sz="4200">
                <a:solidFill>
                  <a:schemeClr val="lt1"/>
                </a:solidFill>
              </a:defRPr>
            </a:lvl3pPr>
            <a:lvl4pPr lvl="3">
              <a:spcBef>
                <a:spcPts val="0"/>
              </a:spcBef>
              <a:buClr>
                <a:schemeClr val="lt1"/>
              </a:buClr>
              <a:buSzPct val="100000"/>
              <a:defRPr sz="4200">
                <a:solidFill>
                  <a:schemeClr val="lt1"/>
                </a:solidFill>
              </a:defRPr>
            </a:lvl4pPr>
            <a:lvl5pPr lvl="4">
              <a:spcBef>
                <a:spcPts val="0"/>
              </a:spcBef>
              <a:buClr>
                <a:schemeClr val="lt1"/>
              </a:buClr>
              <a:buSzPct val="100000"/>
              <a:defRPr sz="4200">
                <a:solidFill>
                  <a:schemeClr val="lt1"/>
                </a:solidFill>
              </a:defRPr>
            </a:lvl5pPr>
            <a:lvl6pPr lvl="5">
              <a:spcBef>
                <a:spcPts val="0"/>
              </a:spcBef>
              <a:buClr>
                <a:schemeClr val="lt1"/>
              </a:buClr>
              <a:buSzPct val="100000"/>
              <a:defRPr sz="4200">
                <a:solidFill>
                  <a:schemeClr val="lt1"/>
                </a:solidFill>
              </a:defRPr>
            </a:lvl6pPr>
            <a:lvl7pPr lvl="6">
              <a:spcBef>
                <a:spcPts val="0"/>
              </a:spcBef>
              <a:buClr>
                <a:schemeClr val="lt1"/>
              </a:buClr>
              <a:buSzPct val="100000"/>
              <a:defRPr sz="4200">
                <a:solidFill>
                  <a:schemeClr val="lt1"/>
                </a:solidFill>
              </a:defRPr>
            </a:lvl7pPr>
            <a:lvl8pPr lvl="7">
              <a:spcBef>
                <a:spcPts val="0"/>
              </a:spcBef>
              <a:buClr>
                <a:schemeClr val="lt1"/>
              </a:buClr>
              <a:buSzPct val="100000"/>
              <a:defRPr sz="4200">
                <a:solidFill>
                  <a:schemeClr val="lt1"/>
                </a:solidFill>
              </a:defRPr>
            </a:lvl8pPr>
            <a:lvl9pPr lvl="8">
              <a:spcBef>
                <a:spcPts val="0"/>
              </a:spcBef>
              <a:buClr>
                <a:schemeClr val="lt1"/>
              </a:buClr>
              <a:buSzPct val="100000"/>
              <a:defRPr sz="4200">
                <a:solidFill>
                  <a:schemeClr val="lt1"/>
                </a:solidFill>
              </a:defRPr>
            </a:lvl9pPr>
          </a:lstStyle>
          <a:p/>
        </p:txBody>
      </p:sp>
      <p:sp>
        <p:nvSpPr>
          <p:cNvPr id="17" name="Shape 17"/>
          <p:cNvSpPr txBox="1"/>
          <p:nvPr>
            <p:ph idx="1" type="subTitle"/>
          </p:nvPr>
        </p:nvSpPr>
        <p:spPr>
          <a:xfrm>
            <a:off x="598088" y="2715912"/>
            <a:ext cx="8222100" cy="432900"/>
          </a:xfrm>
          <a:prstGeom prst="rect">
            <a:avLst/>
          </a:prstGeom>
        </p:spPr>
        <p:txBody>
          <a:bodyPr anchorCtr="0" anchor="t" bIns="91425" lIns="91425" rIns="91425" tIns="91425"/>
          <a:lstStyle>
            <a:lvl1pPr lvl="0">
              <a:lnSpc>
                <a:spcPct val="100000"/>
              </a:lnSpc>
              <a:spcBef>
                <a:spcPts val="0"/>
              </a:spcBef>
              <a:spcAft>
                <a:spcPts val="0"/>
              </a:spcAft>
              <a:buClr>
                <a:schemeClr val="lt1"/>
              </a:buClr>
              <a:buSzPct val="100000"/>
              <a:buNone/>
              <a:defRPr sz="2100">
                <a:solidFill>
                  <a:schemeClr val="lt1"/>
                </a:solidFill>
              </a:defRPr>
            </a:lvl1pPr>
            <a:lvl2pPr lvl="1">
              <a:lnSpc>
                <a:spcPct val="100000"/>
              </a:lnSpc>
              <a:spcBef>
                <a:spcPts val="0"/>
              </a:spcBef>
              <a:spcAft>
                <a:spcPts val="0"/>
              </a:spcAft>
              <a:buClr>
                <a:schemeClr val="lt1"/>
              </a:buClr>
              <a:buSzPct val="100000"/>
              <a:buNone/>
              <a:defRPr sz="2100">
                <a:solidFill>
                  <a:schemeClr val="lt1"/>
                </a:solidFill>
              </a:defRPr>
            </a:lvl2pPr>
            <a:lvl3pPr lvl="2">
              <a:lnSpc>
                <a:spcPct val="100000"/>
              </a:lnSpc>
              <a:spcBef>
                <a:spcPts val="0"/>
              </a:spcBef>
              <a:spcAft>
                <a:spcPts val="0"/>
              </a:spcAft>
              <a:buClr>
                <a:schemeClr val="lt1"/>
              </a:buClr>
              <a:buSzPct val="100000"/>
              <a:buNone/>
              <a:defRPr sz="2100">
                <a:solidFill>
                  <a:schemeClr val="lt1"/>
                </a:solidFill>
              </a:defRPr>
            </a:lvl3pPr>
            <a:lvl4pPr lvl="3">
              <a:lnSpc>
                <a:spcPct val="100000"/>
              </a:lnSpc>
              <a:spcBef>
                <a:spcPts val="0"/>
              </a:spcBef>
              <a:spcAft>
                <a:spcPts val="0"/>
              </a:spcAft>
              <a:buClr>
                <a:schemeClr val="lt1"/>
              </a:buClr>
              <a:buSzPct val="100000"/>
              <a:buNone/>
              <a:defRPr sz="2100">
                <a:solidFill>
                  <a:schemeClr val="lt1"/>
                </a:solidFill>
              </a:defRPr>
            </a:lvl4pPr>
            <a:lvl5pPr lvl="4">
              <a:lnSpc>
                <a:spcPct val="100000"/>
              </a:lnSpc>
              <a:spcBef>
                <a:spcPts val="0"/>
              </a:spcBef>
              <a:spcAft>
                <a:spcPts val="0"/>
              </a:spcAft>
              <a:buClr>
                <a:schemeClr val="lt1"/>
              </a:buClr>
              <a:buSzPct val="100000"/>
              <a:buNone/>
              <a:defRPr sz="2100">
                <a:solidFill>
                  <a:schemeClr val="lt1"/>
                </a:solidFill>
              </a:defRPr>
            </a:lvl5pPr>
            <a:lvl6pPr lvl="5">
              <a:lnSpc>
                <a:spcPct val="100000"/>
              </a:lnSpc>
              <a:spcBef>
                <a:spcPts val="0"/>
              </a:spcBef>
              <a:spcAft>
                <a:spcPts val="0"/>
              </a:spcAft>
              <a:buClr>
                <a:schemeClr val="lt1"/>
              </a:buClr>
              <a:buSzPct val="100000"/>
              <a:buNone/>
              <a:defRPr sz="2100">
                <a:solidFill>
                  <a:schemeClr val="lt1"/>
                </a:solidFill>
              </a:defRPr>
            </a:lvl6pPr>
            <a:lvl7pPr lvl="6">
              <a:lnSpc>
                <a:spcPct val="100000"/>
              </a:lnSpc>
              <a:spcBef>
                <a:spcPts val="0"/>
              </a:spcBef>
              <a:spcAft>
                <a:spcPts val="0"/>
              </a:spcAft>
              <a:buClr>
                <a:schemeClr val="lt1"/>
              </a:buClr>
              <a:buSzPct val="100000"/>
              <a:buNone/>
              <a:defRPr sz="2100">
                <a:solidFill>
                  <a:schemeClr val="lt1"/>
                </a:solidFill>
              </a:defRPr>
            </a:lvl7pPr>
            <a:lvl8pPr lvl="7">
              <a:lnSpc>
                <a:spcPct val="100000"/>
              </a:lnSpc>
              <a:spcBef>
                <a:spcPts val="0"/>
              </a:spcBef>
              <a:spcAft>
                <a:spcPts val="0"/>
              </a:spcAft>
              <a:buClr>
                <a:schemeClr val="lt1"/>
              </a:buClr>
              <a:buSzPct val="100000"/>
              <a:buNone/>
              <a:defRPr sz="2100">
                <a:solidFill>
                  <a:schemeClr val="lt1"/>
                </a:solidFill>
              </a:defRPr>
            </a:lvl8pPr>
            <a:lvl9pPr lvl="8">
              <a:lnSpc>
                <a:spcPct val="100000"/>
              </a:lnSpc>
              <a:spcBef>
                <a:spcPts val="0"/>
              </a:spcBef>
              <a:spcAft>
                <a:spcPts val="0"/>
              </a:spcAft>
              <a:buClr>
                <a:schemeClr val="lt1"/>
              </a:buClr>
              <a:buSzPct val="100000"/>
              <a:buNone/>
              <a:defRPr sz="2100">
                <a:solidFill>
                  <a:schemeClr val="lt1"/>
                </a:solidFill>
              </a:defRPr>
            </a:lvl9pPr>
          </a:lstStyle>
          <a:p/>
        </p:txBody>
      </p:sp>
      <p:sp>
        <p:nvSpPr>
          <p:cNvPr id="18" name="Shape 18"/>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bg>
      <p:bgPr>
        <a:solidFill>
          <a:schemeClr val="dk1"/>
        </a:solidFill>
      </p:bgPr>
    </p:bg>
    <p:spTree>
      <p:nvGrpSpPr>
        <p:cNvPr id="19" name="Shape 19"/>
        <p:cNvGrpSpPr/>
        <p:nvPr/>
      </p:nvGrpSpPr>
      <p:grpSpPr>
        <a:xfrm>
          <a:off x="0" y="0"/>
          <a:ext cx="0" cy="0"/>
          <a:chOff x="0" y="0"/>
          <a:chExt cx="0" cy="0"/>
        </a:xfrm>
      </p:grpSpPr>
      <p:grpSp>
        <p:nvGrpSpPr>
          <p:cNvPr id="20" name="Shape 20"/>
          <p:cNvGrpSpPr/>
          <p:nvPr/>
        </p:nvGrpSpPr>
        <p:grpSpPr>
          <a:xfrm>
            <a:off x="6098378" y="4"/>
            <a:ext cx="3045625" cy="2030570"/>
            <a:chOff x="6098378" y="4"/>
            <a:chExt cx="3045625" cy="2030570"/>
          </a:xfrm>
        </p:grpSpPr>
        <p:sp>
          <p:nvSpPr>
            <p:cNvPr id="21" name="Shape 21"/>
            <p:cNvSpPr/>
            <p:nvPr/>
          </p:nvSpPr>
          <p:spPr>
            <a:xfrm>
              <a:off x="8128803" y="15"/>
              <a:ext cx="1015200" cy="1015200"/>
            </a:xfrm>
            <a:prstGeom prst="rect">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22" name="Shape 22"/>
            <p:cNvSpPr/>
            <p:nvPr/>
          </p:nvSpPr>
          <p:spPr>
            <a:xfrm flipH="1">
              <a:off x="7113463" y="4"/>
              <a:ext cx="1015200" cy="1015200"/>
            </a:xfrm>
            <a:prstGeom prst="rtTriangle">
              <a:avLst/>
            </a:prstGeom>
            <a:solidFill>
              <a:schemeClr val="accent2"/>
            </a:solidFill>
            <a:ln>
              <a:noFill/>
            </a:ln>
          </p:spPr>
          <p:txBody>
            <a:bodyPr anchorCtr="0" anchor="ctr" bIns="91425" lIns="91425" rIns="91425" tIns="91425">
              <a:noAutofit/>
            </a:bodyPr>
            <a:lstStyle/>
            <a:p>
              <a:pPr lvl="0">
                <a:spcBef>
                  <a:spcPts val="0"/>
                </a:spcBef>
                <a:buNone/>
              </a:pPr>
              <a:r>
                <a:t/>
              </a:r>
              <a:endParaRPr/>
            </a:p>
          </p:txBody>
        </p:sp>
        <p:sp>
          <p:nvSpPr>
            <p:cNvPr id="23" name="Shape 23"/>
            <p:cNvSpPr/>
            <p:nvPr/>
          </p:nvSpPr>
          <p:spPr>
            <a:xfrm flipH="1" rot="10800000">
              <a:off x="7113588" y="106"/>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sp>
          <p:nvSpPr>
            <p:cNvPr id="24" name="Shape 24"/>
            <p:cNvSpPr/>
            <p:nvPr/>
          </p:nvSpPr>
          <p:spPr>
            <a:xfrm rot="10800000">
              <a:off x="6098378" y="96"/>
              <a:ext cx="1015200" cy="1015200"/>
            </a:xfrm>
            <a:prstGeom prst="rtTriangle">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25" name="Shape 25"/>
            <p:cNvSpPr/>
            <p:nvPr/>
          </p:nvSpPr>
          <p:spPr>
            <a:xfrm rot="10800000">
              <a:off x="8128789" y="1015375"/>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grpSp>
      <p:sp>
        <p:nvSpPr>
          <p:cNvPr id="26" name="Shape 26"/>
          <p:cNvSpPr txBox="1"/>
          <p:nvPr>
            <p:ph type="title"/>
          </p:nvPr>
        </p:nvSpPr>
        <p:spPr>
          <a:xfrm>
            <a:off x="598100" y="2152347"/>
            <a:ext cx="8222100" cy="838800"/>
          </a:xfrm>
          <a:prstGeom prst="rect">
            <a:avLst/>
          </a:prstGeom>
        </p:spPr>
        <p:txBody>
          <a:bodyPr anchorCtr="0" anchor="ctr" bIns="91425" lIns="91425" rIns="91425" tIns="91425"/>
          <a:lstStyle>
            <a:lvl1pPr lvl="0">
              <a:spcBef>
                <a:spcPts val="0"/>
              </a:spcBef>
              <a:buClr>
                <a:schemeClr val="lt1"/>
              </a:buClr>
              <a:buSzPct val="100000"/>
              <a:defRPr sz="4200">
                <a:solidFill>
                  <a:schemeClr val="lt1"/>
                </a:solidFill>
              </a:defRPr>
            </a:lvl1pPr>
            <a:lvl2pPr lvl="1">
              <a:spcBef>
                <a:spcPts val="0"/>
              </a:spcBef>
              <a:buClr>
                <a:schemeClr val="lt1"/>
              </a:buClr>
              <a:buSzPct val="100000"/>
              <a:defRPr sz="4200">
                <a:solidFill>
                  <a:schemeClr val="lt1"/>
                </a:solidFill>
              </a:defRPr>
            </a:lvl2pPr>
            <a:lvl3pPr lvl="2">
              <a:spcBef>
                <a:spcPts val="0"/>
              </a:spcBef>
              <a:buClr>
                <a:schemeClr val="lt1"/>
              </a:buClr>
              <a:buSzPct val="100000"/>
              <a:defRPr sz="4200">
                <a:solidFill>
                  <a:schemeClr val="lt1"/>
                </a:solidFill>
              </a:defRPr>
            </a:lvl3pPr>
            <a:lvl4pPr lvl="3">
              <a:spcBef>
                <a:spcPts val="0"/>
              </a:spcBef>
              <a:buClr>
                <a:schemeClr val="lt1"/>
              </a:buClr>
              <a:buSzPct val="100000"/>
              <a:defRPr sz="4200">
                <a:solidFill>
                  <a:schemeClr val="lt1"/>
                </a:solidFill>
              </a:defRPr>
            </a:lvl4pPr>
            <a:lvl5pPr lvl="4">
              <a:spcBef>
                <a:spcPts val="0"/>
              </a:spcBef>
              <a:buClr>
                <a:schemeClr val="lt1"/>
              </a:buClr>
              <a:buSzPct val="100000"/>
              <a:defRPr sz="4200">
                <a:solidFill>
                  <a:schemeClr val="lt1"/>
                </a:solidFill>
              </a:defRPr>
            </a:lvl5pPr>
            <a:lvl6pPr lvl="5">
              <a:spcBef>
                <a:spcPts val="0"/>
              </a:spcBef>
              <a:buClr>
                <a:schemeClr val="lt1"/>
              </a:buClr>
              <a:buSzPct val="100000"/>
              <a:defRPr sz="4200">
                <a:solidFill>
                  <a:schemeClr val="lt1"/>
                </a:solidFill>
              </a:defRPr>
            </a:lvl6pPr>
            <a:lvl7pPr lvl="6">
              <a:spcBef>
                <a:spcPts val="0"/>
              </a:spcBef>
              <a:buClr>
                <a:schemeClr val="lt1"/>
              </a:buClr>
              <a:buSzPct val="100000"/>
              <a:defRPr sz="4200">
                <a:solidFill>
                  <a:schemeClr val="lt1"/>
                </a:solidFill>
              </a:defRPr>
            </a:lvl7pPr>
            <a:lvl8pPr lvl="7">
              <a:spcBef>
                <a:spcPts val="0"/>
              </a:spcBef>
              <a:buClr>
                <a:schemeClr val="lt1"/>
              </a:buClr>
              <a:buSzPct val="100000"/>
              <a:defRPr sz="4200">
                <a:solidFill>
                  <a:schemeClr val="lt1"/>
                </a:solidFill>
              </a:defRPr>
            </a:lvl8pPr>
            <a:lvl9pPr lvl="8">
              <a:spcBef>
                <a:spcPts val="0"/>
              </a:spcBef>
              <a:buClr>
                <a:schemeClr val="lt1"/>
              </a:buClr>
              <a:buSzPct val="100000"/>
              <a:defRPr sz="4200">
                <a:solidFill>
                  <a:schemeClr val="lt1"/>
                </a:solidFill>
              </a:defRPr>
            </a:lvl9pPr>
          </a:lstStyle>
          <a:p/>
        </p:txBody>
      </p:sp>
      <p:sp>
        <p:nvSpPr>
          <p:cNvPr id="27" name="Shape 27"/>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28" name="Shape 28"/>
        <p:cNvGrpSpPr/>
        <p:nvPr/>
      </p:nvGrpSpPr>
      <p:grpSpPr>
        <a:xfrm>
          <a:off x="0" y="0"/>
          <a:ext cx="0" cy="0"/>
          <a:chOff x="0" y="0"/>
          <a:chExt cx="0" cy="0"/>
        </a:xfrm>
      </p:grpSpPr>
      <p:grpSp>
        <p:nvGrpSpPr>
          <p:cNvPr id="29" name="Shape 29"/>
          <p:cNvGrpSpPr/>
          <p:nvPr/>
        </p:nvGrpSpPr>
        <p:grpSpPr>
          <a:xfrm>
            <a:off x="0" y="3903669"/>
            <a:ext cx="9144000" cy="1239925"/>
            <a:chOff x="0" y="3903669"/>
            <a:chExt cx="9144000" cy="1239925"/>
          </a:xfrm>
        </p:grpSpPr>
        <p:sp>
          <p:nvSpPr>
            <p:cNvPr id="30" name="Shape 30"/>
            <p:cNvSpPr/>
            <p:nvPr/>
          </p:nvSpPr>
          <p:spPr>
            <a:xfrm>
              <a:off x="8154895" y="3903669"/>
              <a:ext cx="989100" cy="987900"/>
            </a:xfrm>
            <a:prstGeom prst="rtTriangle">
              <a:avLst/>
            </a:prstGeom>
            <a:solidFill>
              <a:schemeClr val="accent5"/>
            </a:solidFill>
            <a:ln>
              <a:noFill/>
            </a:ln>
          </p:spPr>
          <p:txBody>
            <a:bodyPr anchorCtr="0" anchor="ctr" bIns="91425" lIns="91425" rIns="91425" tIns="91425">
              <a:noAutofit/>
            </a:bodyPr>
            <a:lstStyle/>
            <a:p>
              <a:pPr lvl="0">
                <a:spcBef>
                  <a:spcPts val="0"/>
                </a:spcBef>
                <a:buNone/>
              </a:pPr>
              <a:r>
                <a:t/>
              </a:r>
              <a:endParaRPr/>
            </a:p>
          </p:txBody>
        </p:sp>
        <p:sp>
          <p:nvSpPr>
            <p:cNvPr id="31" name="Shape 31"/>
            <p:cNvSpPr/>
            <p:nvPr/>
          </p:nvSpPr>
          <p:spPr>
            <a:xfrm flipH="1">
              <a:off x="6181162" y="3903669"/>
              <a:ext cx="989100" cy="987900"/>
            </a:xfrm>
            <a:prstGeom prst="rtTriangle">
              <a:avLst/>
            </a:prstGeom>
            <a:solidFill>
              <a:schemeClr val="accent5"/>
            </a:solidFill>
            <a:ln>
              <a:noFill/>
            </a:ln>
          </p:spPr>
          <p:txBody>
            <a:bodyPr anchorCtr="0" anchor="ctr" bIns="91425" lIns="91425" rIns="91425" tIns="91425">
              <a:noAutofit/>
            </a:bodyPr>
            <a:lstStyle/>
            <a:p>
              <a:pPr lvl="0">
                <a:spcBef>
                  <a:spcPts val="0"/>
                </a:spcBef>
                <a:buNone/>
              </a:pPr>
              <a:r>
                <a:t/>
              </a:r>
              <a:endParaRPr/>
            </a:p>
          </p:txBody>
        </p:sp>
        <p:sp>
          <p:nvSpPr>
            <p:cNvPr id="32" name="Shape 32"/>
            <p:cNvSpPr/>
            <p:nvPr/>
          </p:nvSpPr>
          <p:spPr>
            <a:xfrm>
              <a:off x="7170274" y="3903669"/>
              <a:ext cx="989100" cy="987900"/>
            </a:xfrm>
            <a:prstGeom prst="rect">
              <a:avLst/>
            </a:prstGeom>
            <a:solidFill>
              <a:schemeClr val="accent4"/>
            </a:solidFill>
            <a:ln>
              <a:noFill/>
            </a:ln>
          </p:spPr>
          <p:txBody>
            <a:bodyPr anchorCtr="0" anchor="ctr" bIns="91425" lIns="91425" rIns="91425" tIns="91425">
              <a:noAutofit/>
            </a:bodyPr>
            <a:lstStyle/>
            <a:p>
              <a:pPr lvl="0">
                <a:spcBef>
                  <a:spcPts val="0"/>
                </a:spcBef>
                <a:buNone/>
              </a:pPr>
              <a:r>
                <a:t/>
              </a:r>
              <a:endParaRPr/>
            </a:p>
          </p:txBody>
        </p:sp>
        <p:sp>
          <p:nvSpPr>
            <p:cNvPr id="33" name="Shape 33"/>
            <p:cNvSpPr/>
            <p:nvPr/>
          </p:nvSpPr>
          <p:spPr>
            <a:xfrm rot="10800000">
              <a:off x="8154757" y="3903682"/>
              <a:ext cx="989100" cy="987900"/>
            </a:xfrm>
            <a:prstGeom prst="rtTriangle">
              <a:avLst/>
            </a:prstGeom>
            <a:solidFill>
              <a:schemeClr val="accent3"/>
            </a:solidFill>
            <a:ln>
              <a:noFill/>
            </a:ln>
          </p:spPr>
          <p:txBody>
            <a:bodyPr anchorCtr="0" anchor="ctr" bIns="91425" lIns="91425" rIns="91425" tIns="91425">
              <a:noAutofit/>
            </a:bodyPr>
            <a:lstStyle/>
            <a:p>
              <a:pPr lvl="0">
                <a:spcBef>
                  <a:spcPts val="0"/>
                </a:spcBef>
                <a:buNone/>
              </a:pPr>
              <a:r>
                <a:t/>
              </a:r>
              <a:endParaRPr/>
            </a:p>
          </p:txBody>
        </p:sp>
        <p:sp>
          <p:nvSpPr>
            <p:cNvPr id="34" name="Shape 34"/>
            <p:cNvSpPr/>
            <p:nvPr/>
          </p:nvSpPr>
          <p:spPr>
            <a:xfrm>
              <a:off x="0" y="4891594"/>
              <a:ext cx="9144000" cy="252000"/>
            </a:xfrm>
            <a:prstGeom prst="rect">
              <a:avLst/>
            </a:prstGeom>
            <a:solidFill>
              <a:schemeClr val="dk1"/>
            </a:solidFill>
            <a:ln>
              <a:noFill/>
            </a:ln>
          </p:spPr>
          <p:txBody>
            <a:bodyPr anchorCtr="0" anchor="ctr" bIns="91425" lIns="91425" rIns="91425" tIns="91425">
              <a:noAutofit/>
            </a:bodyPr>
            <a:lstStyle/>
            <a:p>
              <a:pPr lvl="0">
                <a:spcBef>
                  <a:spcPts val="0"/>
                </a:spcBef>
                <a:buNone/>
              </a:pPr>
              <a:r>
                <a:t/>
              </a:r>
              <a:endParaRPr/>
            </a:p>
          </p:txBody>
        </p:sp>
      </p:grpSp>
      <p:sp>
        <p:nvSpPr>
          <p:cNvPr id="35" name="Shape 35"/>
          <p:cNvSpPr txBox="1"/>
          <p:nvPr>
            <p:ph type="title"/>
          </p:nvPr>
        </p:nvSpPr>
        <p:spPr>
          <a:xfrm>
            <a:off x="311700" y="410000"/>
            <a:ext cx="8520600" cy="6078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36" name="Shape 36"/>
          <p:cNvSpPr txBox="1"/>
          <p:nvPr>
            <p:ph idx="1" type="body"/>
          </p:nvPr>
        </p:nvSpPr>
        <p:spPr>
          <a:xfrm>
            <a:off x="311700" y="1229875"/>
            <a:ext cx="8520600" cy="33390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37" name="Shape 37"/>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38" name="Shape 38"/>
        <p:cNvGrpSpPr/>
        <p:nvPr/>
      </p:nvGrpSpPr>
      <p:grpSpPr>
        <a:xfrm>
          <a:off x="0" y="0"/>
          <a:ext cx="0" cy="0"/>
          <a:chOff x="0" y="0"/>
          <a:chExt cx="0" cy="0"/>
        </a:xfrm>
      </p:grpSpPr>
      <p:sp>
        <p:nvSpPr>
          <p:cNvPr id="39" name="Shape 39"/>
          <p:cNvSpPr txBox="1"/>
          <p:nvPr>
            <p:ph type="title"/>
          </p:nvPr>
        </p:nvSpPr>
        <p:spPr>
          <a:xfrm>
            <a:off x="311700" y="410000"/>
            <a:ext cx="8520600" cy="6078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0" name="Shape 40"/>
          <p:cNvSpPr txBox="1"/>
          <p:nvPr>
            <p:ph idx="1" type="body"/>
          </p:nvPr>
        </p:nvSpPr>
        <p:spPr>
          <a:xfrm>
            <a:off x="311700" y="1229975"/>
            <a:ext cx="3999900" cy="33390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41" name="Shape 41"/>
          <p:cNvSpPr txBox="1"/>
          <p:nvPr>
            <p:ph idx="2" type="body"/>
          </p:nvPr>
        </p:nvSpPr>
        <p:spPr>
          <a:xfrm>
            <a:off x="4832400" y="1229975"/>
            <a:ext cx="3999900" cy="33390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42" name="Shape 42"/>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dk2"/>
                </a:solidFill>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43" name="Shape 43"/>
        <p:cNvGrpSpPr/>
        <p:nvPr/>
      </p:nvGrpSpPr>
      <p:grpSpPr>
        <a:xfrm>
          <a:off x="0" y="0"/>
          <a:ext cx="0" cy="0"/>
          <a:chOff x="0" y="0"/>
          <a:chExt cx="0" cy="0"/>
        </a:xfrm>
      </p:grpSpPr>
      <p:sp>
        <p:nvSpPr>
          <p:cNvPr id="44" name="Shape 44"/>
          <p:cNvSpPr txBox="1"/>
          <p:nvPr>
            <p:ph type="title"/>
          </p:nvPr>
        </p:nvSpPr>
        <p:spPr>
          <a:xfrm>
            <a:off x="311700" y="410000"/>
            <a:ext cx="8520600" cy="6078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5" name="Shape 45"/>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dk2"/>
                </a:solidFill>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46" name="Shape 46"/>
        <p:cNvGrpSpPr/>
        <p:nvPr/>
      </p:nvGrpSpPr>
      <p:grpSpPr>
        <a:xfrm>
          <a:off x="0" y="0"/>
          <a:ext cx="0" cy="0"/>
          <a:chOff x="0" y="0"/>
          <a:chExt cx="0" cy="0"/>
        </a:xfrm>
      </p:grpSpPr>
      <p:sp>
        <p:nvSpPr>
          <p:cNvPr id="47" name="Shape 47"/>
          <p:cNvSpPr txBox="1"/>
          <p:nvPr>
            <p:ph type="title"/>
          </p:nvPr>
        </p:nvSpPr>
        <p:spPr>
          <a:xfrm>
            <a:off x="311700" y="555600"/>
            <a:ext cx="2808000" cy="755700"/>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48" name="Shape 48"/>
          <p:cNvSpPr txBox="1"/>
          <p:nvPr>
            <p:ph idx="1" type="body"/>
          </p:nvPr>
        </p:nvSpPr>
        <p:spPr>
          <a:xfrm>
            <a:off x="311700" y="1465804"/>
            <a:ext cx="2808000" cy="31032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49" name="Shape 49"/>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dk2"/>
                </a:solidFill>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bg>
      <p:bgPr>
        <a:solidFill>
          <a:schemeClr val="accent4"/>
        </a:solidFill>
      </p:bgPr>
    </p:bg>
    <p:spTree>
      <p:nvGrpSpPr>
        <p:cNvPr id="50" name="Shape 50"/>
        <p:cNvGrpSpPr/>
        <p:nvPr/>
      </p:nvGrpSpPr>
      <p:grpSpPr>
        <a:xfrm>
          <a:off x="0" y="0"/>
          <a:ext cx="0" cy="0"/>
          <a:chOff x="0" y="0"/>
          <a:chExt cx="0" cy="0"/>
        </a:xfrm>
      </p:grpSpPr>
      <p:grpSp>
        <p:nvGrpSpPr>
          <p:cNvPr id="51" name="Shape 51"/>
          <p:cNvGrpSpPr/>
          <p:nvPr/>
        </p:nvGrpSpPr>
        <p:grpSpPr>
          <a:xfrm>
            <a:off x="6098378" y="4"/>
            <a:ext cx="3045625" cy="2030570"/>
            <a:chOff x="6098378" y="4"/>
            <a:chExt cx="3045625" cy="2030570"/>
          </a:xfrm>
        </p:grpSpPr>
        <p:sp>
          <p:nvSpPr>
            <p:cNvPr id="52" name="Shape 52"/>
            <p:cNvSpPr/>
            <p:nvPr/>
          </p:nvSpPr>
          <p:spPr>
            <a:xfrm>
              <a:off x="8128803" y="15"/>
              <a:ext cx="1015200" cy="1015200"/>
            </a:xfrm>
            <a:prstGeom prst="rect">
              <a:avLst/>
            </a:prstGeom>
            <a:solidFill>
              <a:schemeClr val="accent3"/>
            </a:solidFill>
            <a:ln>
              <a:noFill/>
            </a:ln>
          </p:spPr>
          <p:txBody>
            <a:bodyPr anchorCtr="0" anchor="ctr" bIns="91425" lIns="91425" rIns="91425" tIns="91425">
              <a:noAutofit/>
            </a:bodyPr>
            <a:lstStyle/>
            <a:p>
              <a:pPr lvl="0">
                <a:spcBef>
                  <a:spcPts val="0"/>
                </a:spcBef>
                <a:buNone/>
              </a:pPr>
              <a:r>
                <a:t/>
              </a:r>
              <a:endParaRPr/>
            </a:p>
          </p:txBody>
        </p:sp>
        <p:sp>
          <p:nvSpPr>
            <p:cNvPr id="53" name="Shape 53"/>
            <p:cNvSpPr/>
            <p:nvPr/>
          </p:nvSpPr>
          <p:spPr>
            <a:xfrm flipH="1">
              <a:off x="7113463" y="4"/>
              <a:ext cx="1015200" cy="1015200"/>
            </a:xfrm>
            <a:prstGeom prst="rtTriangle">
              <a:avLst/>
            </a:prstGeom>
            <a:solidFill>
              <a:schemeClr val="accent5"/>
            </a:solidFill>
            <a:ln>
              <a:noFill/>
            </a:ln>
          </p:spPr>
          <p:txBody>
            <a:bodyPr anchorCtr="0" anchor="ctr" bIns="91425" lIns="91425" rIns="91425" tIns="91425">
              <a:noAutofit/>
            </a:bodyPr>
            <a:lstStyle/>
            <a:p>
              <a:pPr lvl="0">
                <a:spcBef>
                  <a:spcPts val="0"/>
                </a:spcBef>
                <a:buNone/>
              </a:pPr>
              <a:r>
                <a:t/>
              </a:r>
              <a:endParaRPr/>
            </a:p>
          </p:txBody>
        </p:sp>
        <p:sp>
          <p:nvSpPr>
            <p:cNvPr id="54" name="Shape 54"/>
            <p:cNvSpPr/>
            <p:nvPr/>
          </p:nvSpPr>
          <p:spPr>
            <a:xfrm flipH="1" rot="10800000">
              <a:off x="7113588" y="106"/>
              <a:ext cx="1015200" cy="1015200"/>
            </a:xfrm>
            <a:prstGeom prst="rtTriangle">
              <a:avLst/>
            </a:prstGeom>
            <a:solidFill>
              <a:schemeClr val="accent3"/>
            </a:solidFill>
            <a:ln>
              <a:noFill/>
            </a:ln>
          </p:spPr>
          <p:txBody>
            <a:bodyPr anchorCtr="0" anchor="ctr" bIns="91425" lIns="91425" rIns="91425" tIns="91425">
              <a:noAutofit/>
            </a:bodyPr>
            <a:lstStyle/>
            <a:p>
              <a:pPr lvl="0">
                <a:spcBef>
                  <a:spcPts val="0"/>
                </a:spcBef>
                <a:buNone/>
              </a:pPr>
              <a:r>
                <a:t/>
              </a:r>
              <a:endParaRPr/>
            </a:p>
          </p:txBody>
        </p:sp>
        <p:sp>
          <p:nvSpPr>
            <p:cNvPr id="55" name="Shape 55"/>
            <p:cNvSpPr/>
            <p:nvPr/>
          </p:nvSpPr>
          <p:spPr>
            <a:xfrm rot="10800000">
              <a:off x="6098378" y="96"/>
              <a:ext cx="1015200" cy="1015200"/>
            </a:xfrm>
            <a:prstGeom prst="rtTriangle">
              <a:avLst/>
            </a:prstGeom>
            <a:solidFill>
              <a:schemeClr val="accent5"/>
            </a:solidFill>
            <a:ln>
              <a:noFill/>
            </a:ln>
          </p:spPr>
          <p:txBody>
            <a:bodyPr anchorCtr="0" anchor="ctr" bIns="91425" lIns="91425" rIns="91425" tIns="91425">
              <a:noAutofit/>
            </a:bodyPr>
            <a:lstStyle/>
            <a:p>
              <a:pPr lvl="0">
                <a:spcBef>
                  <a:spcPts val="0"/>
                </a:spcBef>
                <a:buNone/>
              </a:pPr>
              <a:r>
                <a:t/>
              </a:r>
              <a:endParaRPr/>
            </a:p>
          </p:txBody>
        </p:sp>
        <p:sp>
          <p:nvSpPr>
            <p:cNvPr id="56" name="Shape 56"/>
            <p:cNvSpPr/>
            <p:nvPr/>
          </p:nvSpPr>
          <p:spPr>
            <a:xfrm rot="10800000">
              <a:off x="8128789" y="1015375"/>
              <a:ext cx="1015200" cy="1015200"/>
            </a:xfrm>
            <a:prstGeom prst="rtTriangle">
              <a:avLst/>
            </a:prstGeom>
            <a:solidFill>
              <a:schemeClr val="accent5"/>
            </a:solidFill>
            <a:ln>
              <a:noFill/>
            </a:ln>
          </p:spPr>
          <p:txBody>
            <a:bodyPr anchorCtr="0" anchor="ctr" bIns="91425" lIns="91425" rIns="91425" tIns="91425">
              <a:noAutofit/>
            </a:bodyPr>
            <a:lstStyle/>
            <a:p>
              <a:pPr lvl="0">
                <a:spcBef>
                  <a:spcPts val="0"/>
                </a:spcBef>
                <a:buNone/>
              </a:pPr>
              <a:r>
                <a:t/>
              </a:r>
              <a:endParaRPr/>
            </a:p>
          </p:txBody>
        </p:sp>
      </p:grpSp>
      <p:sp>
        <p:nvSpPr>
          <p:cNvPr id="57" name="Shape 57"/>
          <p:cNvSpPr txBox="1"/>
          <p:nvPr>
            <p:ph type="title"/>
          </p:nvPr>
        </p:nvSpPr>
        <p:spPr>
          <a:xfrm>
            <a:off x="490250" y="526350"/>
            <a:ext cx="5618700" cy="4090800"/>
          </a:xfrm>
          <a:prstGeom prst="rect">
            <a:avLst/>
          </a:prstGeom>
        </p:spPr>
        <p:txBody>
          <a:bodyPr anchorCtr="0" anchor="ctr" bIns="91425" lIns="91425" rIns="91425" tIns="91425"/>
          <a:lstStyle>
            <a:lvl1pPr lvl="0">
              <a:spcBef>
                <a:spcPts val="0"/>
              </a:spcBef>
              <a:buClr>
                <a:schemeClr val="lt1"/>
              </a:buClr>
              <a:buSzPct val="100000"/>
              <a:defRPr sz="4800">
                <a:solidFill>
                  <a:schemeClr val="lt1"/>
                </a:solidFill>
              </a:defRPr>
            </a:lvl1pPr>
            <a:lvl2pPr lvl="1">
              <a:spcBef>
                <a:spcPts val="0"/>
              </a:spcBef>
              <a:buClr>
                <a:schemeClr val="lt1"/>
              </a:buClr>
              <a:buSzPct val="100000"/>
              <a:defRPr sz="4800">
                <a:solidFill>
                  <a:schemeClr val="lt1"/>
                </a:solidFill>
              </a:defRPr>
            </a:lvl2pPr>
            <a:lvl3pPr lvl="2">
              <a:spcBef>
                <a:spcPts val="0"/>
              </a:spcBef>
              <a:buClr>
                <a:schemeClr val="lt1"/>
              </a:buClr>
              <a:buSzPct val="100000"/>
              <a:defRPr sz="4800">
                <a:solidFill>
                  <a:schemeClr val="lt1"/>
                </a:solidFill>
              </a:defRPr>
            </a:lvl3pPr>
            <a:lvl4pPr lvl="3">
              <a:spcBef>
                <a:spcPts val="0"/>
              </a:spcBef>
              <a:buClr>
                <a:schemeClr val="lt1"/>
              </a:buClr>
              <a:buSzPct val="100000"/>
              <a:defRPr sz="4800">
                <a:solidFill>
                  <a:schemeClr val="lt1"/>
                </a:solidFill>
              </a:defRPr>
            </a:lvl4pPr>
            <a:lvl5pPr lvl="4">
              <a:spcBef>
                <a:spcPts val="0"/>
              </a:spcBef>
              <a:buClr>
                <a:schemeClr val="lt1"/>
              </a:buClr>
              <a:buSzPct val="100000"/>
              <a:defRPr sz="4800">
                <a:solidFill>
                  <a:schemeClr val="lt1"/>
                </a:solidFill>
              </a:defRPr>
            </a:lvl5pPr>
            <a:lvl6pPr lvl="5">
              <a:spcBef>
                <a:spcPts val="0"/>
              </a:spcBef>
              <a:buClr>
                <a:schemeClr val="lt1"/>
              </a:buClr>
              <a:buSzPct val="100000"/>
              <a:defRPr sz="4800">
                <a:solidFill>
                  <a:schemeClr val="lt1"/>
                </a:solidFill>
              </a:defRPr>
            </a:lvl6pPr>
            <a:lvl7pPr lvl="6">
              <a:spcBef>
                <a:spcPts val="0"/>
              </a:spcBef>
              <a:buClr>
                <a:schemeClr val="lt1"/>
              </a:buClr>
              <a:buSzPct val="100000"/>
              <a:defRPr sz="4800">
                <a:solidFill>
                  <a:schemeClr val="lt1"/>
                </a:solidFill>
              </a:defRPr>
            </a:lvl7pPr>
            <a:lvl8pPr lvl="7">
              <a:spcBef>
                <a:spcPts val="0"/>
              </a:spcBef>
              <a:buClr>
                <a:schemeClr val="lt1"/>
              </a:buClr>
              <a:buSzPct val="100000"/>
              <a:defRPr sz="4800">
                <a:solidFill>
                  <a:schemeClr val="lt1"/>
                </a:solidFill>
              </a:defRPr>
            </a:lvl8pPr>
            <a:lvl9pPr lvl="8">
              <a:spcBef>
                <a:spcPts val="0"/>
              </a:spcBef>
              <a:buClr>
                <a:schemeClr val="lt1"/>
              </a:buClr>
              <a:buSzPct val="100000"/>
              <a:defRPr sz="4800">
                <a:solidFill>
                  <a:schemeClr val="lt1"/>
                </a:solidFill>
              </a:defRPr>
            </a:lvl9pPr>
          </a:lstStyle>
          <a:p/>
        </p:txBody>
      </p:sp>
      <p:sp>
        <p:nvSpPr>
          <p:cNvPr id="58" name="Shape 58"/>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59" name="Shape 59"/>
        <p:cNvGrpSpPr/>
        <p:nvPr/>
      </p:nvGrpSpPr>
      <p:grpSpPr>
        <a:xfrm>
          <a:off x="0" y="0"/>
          <a:ext cx="0" cy="0"/>
          <a:chOff x="0" y="0"/>
          <a:chExt cx="0" cy="0"/>
        </a:xfrm>
      </p:grpSpPr>
      <p:sp>
        <p:nvSpPr>
          <p:cNvPr id="60" name="Shape 60"/>
          <p:cNvSpPr/>
          <p:nvPr/>
        </p:nvSpPr>
        <p:spPr>
          <a:xfrm>
            <a:off x="4572000" y="-175"/>
            <a:ext cx="4572000" cy="5143500"/>
          </a:xfrm>
          <a:prstGeom prst="rect">
            <a:avLst/>
          </a:prstGeom>
          <a:solidFill>
            <a:schemeClr val="dk1"/>
          </a:solidFill>
          <a:ln>
            <a:noFill/>
          </a:ln>
        </p:spPr>
        <p:txBody>
          <a:bodyPr anchorCtr="0" anchor="ctr" bIns="91425" lIns="91425" rIns="91425" tIns="91425">
            <a:noAutofit/>
          </a:bodyPr>
          <a:lstStyle/>
          <a:p>
            <a:pPr lvl="0">
              <a:spcBef>
                <a:spcPts val="0"/>
              </a:spcBef>
              <a:buNone/>
            </a:pPr>
            <a:r>
              <a:t/>
            </a:r>
            <a:endParaRPr/>
          </a:p>
        </p:txBody>
      </p:sp>
      <p:cxnSp>
        <p:nvCxnSpPr>
          <p:cNvPr id="61" name="Shape 61"/>
          <p:cNvCxnSpPr/>
          <p:nvPr/>
        </p:nvCxnSpPr>
        <p:spPr>
          <a:xfrm>
            <a:off x="5029675" y="4495500"/>
            <a:ext cx="468300" cy="0"/>
          </a:xfrm>
          <a:prstGeom prst="straightConnector1">
            <a:avLst/>
          </a:prstGeom>
          <a:noFill/>
          <a:ln cap="flat" cmpd="sng" w="19050">
            <a:solidFill>
              <a:schemeClr val="lt1"/>
            </a:solidFill>
            <a:prstDash val="solid"/>
            <a:round/>
            <a:headEnd len="med" w="med" type="none"/>
            <a:tailEnd len="med" w="med" type="none"/>
          </a:ln>
        </p:spPr>
      </p:cxnSp>
      <p:sp>
        <p:nvSpPr>
          <p:cNvPr id="62" name="Shape 62"/>
          <p:cNvSpPr txBox="1"/>
          <p:nvPr>
            <p:ph type="title"/>
          </p:nvPr>
        </p:nvSpPr>
        <p:spPr>
          <a:xfrm>
            <a:off x="265500" y="1151100"/>
            <a:ext cx="4045200" cy="1564500"/>
          </a:xfrm>
          <a:prstGeom prst="rect">
            <a:avLst/>
          </a:prstGeom>
        </p:spPr>
        <p:txBody>
          <a:bodyPr anchorCtr="0" anchor="b" bIns="91425" lIns="91425" rIns="91425" tIns="91425"/>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p:txBody>
      </p:sp>
      <p:sp>
        <p:nvSpPr>
          <p:cNvPr id="63" name="Shape 63"/>
          <p:cNvSpPr txBox="1"/>
          <p:nvPr>
            <p:ph idx="1" type="subTitle"/>
          </p:nvPr>
        </p:nvSpPr>
        <p:spPr>
          <a:xfrm>
            <a:off x="265500" y="2769001"/>
            <a:ext cx="4045200" cy="12693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64" name="Shape 64"/>
          <p:cNvSpPr txBox="1"/>
          <p:nvPr>
            <p:ph idx="2" type="body"/>
          </p:nvPr>
        </p:nvSpPr>
        <p:spPr>
          <a:xfrm>
            <a:off x="4939500" y="724200"/>
            <a:ext cx="3837000" cy="3695100"/>
          </a:xfrm>
          <a:prstGeom prst="rect">
            <a:avLst/>
          </a:prstGeom>
        </p:spPr>
        <p:txBody>
          <a:bodyPr anchorCtr="0" anchor="ctr" bIns="91425" lIns="91425" rIns="91425" tIns="91425"/>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p:txBody>
      </p:sp>
      <p:sp>
        <p:nvSpPr>
          <p:cNvPr id="65" name="Shape 65"/>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66" name="Shape 66"/>
        <p:cNvGrpSpPr/>
        <p:nvPr/>
      </p:nvGrpSpPr>
      <p:grpSpPr>
        <a:xfrm>
          <a:off x="0" y="0"/>
          <a:ext cx="0" cy="0"/>
          <a:chOff x="0" y="0"/>
          <a:chExt cx="0" cy="0"/>
        </a:xfrm>
      </p:grpSpPr>
      <p:sp>
        <p:nvSpPr>
          <p:cNvPr id="67" name="Shape 67"/>
          <p:cNvSpPr txBox="1"/>
          <p:nvPr>
            <p:ph idx="1" type="body"/>
          </p:nvPr>
        </p:nvSpPr>
        <p:spPr>
          <a:xfrm>
            <a:off x="319500" y="4230575"/>
            <a:ext cx="5998800" cy="5988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68" name="Shape 68"/>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dk2"/>
                </a:solidFill>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bg>
      <p:bgPr>
        <a:solidFill>
          <a:schemeClr val="dk1"/>
        </a:solidFill>
      </p:bgPr>
    </p:bg>
    <p:spTree>
      <p:nvGrpSpPr>
        <p:cNvPr id="69" name="Shape 69"/>
        <p:cNvGrpSpPr/>
        <p:nvPr/>
      </p:nvGrpSpPr>
      <p:grpSpPr>
        <a:xfrm>
          <a:off x="0" y="0"/>
          <a:ext cx="0" cy="0"/>
          <a:chOff x="0" y="0"/>
          <a:chExt cx="0" cy="0"/>
        </a:xfrm>
      </p:grpSpPr>
      <p:grpSp>
        <p:nvGrpSpPr>
          <p:cNvPr id="70" name="Shape 70"/>
          <p:cNvGrpSpPr/>
          <p:nvPr/>
        </p:nvGrpSpPr>
        <p:grpSpPr>
          <a:xfrm>
            <a:off x="6098378" y="4"/>
            <a:ext cx="3045625" cy="2030570"/>
            <a:chOff x="6098378" y="4"/>
            <a:chExt cx="3045625" cy="2030570"/>
          </a:xfrm>
        </p:grpSpPr>
        <p:sp>
          <p:nvSpPr>
            <p:cNvPr id="71" name="Shape 71"/>
            <p:cNvSpPr/>
            <p:nvPr/>
          </p:nvSpPr>
          <p:spPr>
            <a:xfrm>
              <a:off x="8128803" y="15"/>
              <a:ext cx="1015200" cy="1015200"/>
            </a:xfrm>
            <a:prstGeom prst="rect">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72" name="Shape 72"/>
            <p:cNvSpPr/>
            <p:nvPr/>
          </p:nvSpPr>
          <p:spPr>
            <a:xfrm flipH="1">
              <a:off x="7113463" y="4"/>
              <a:ext cx="1015200" cy="1015200"/>
            </a:xfrm>
            <a:prstGeom prst="rtTriangle">
              <a:avLst/>
            </a:prstGeom>
            <a:solidFill>
              <a:schemeClr val="accent2"/>
            </a:solidFill>
            <a:ln>
              <a:noFill/>
            </a:ln>
          </p:spPr>
          <p:txBody>
            <a:bodyPr anchorCtr="0" anchor="ctr" bIns="91425" lIns="91425" rIns="91425" tIns="91425">
              <a:noAutofit/>
            </a:bodyPr>
            <a:lstStyle/>
            <a:p>
              <a:pPr lvl="0">
                <a:spcBef>
                  <a:spcPts val="0"/>
                </a:spcBef>
                <a:buNone/>
              </a:pPr>
              <a:r>
                <a:t/>
              </a:r>
              <a:endParaRPr/>
            </a:p>
          </p:txBody>
        </p:sp>
        <p:sp>
          <p:nvSpPr>
            <p:cNvPr id="73" name="Shape 73"/>
            <p:cNvSpPr/>
            <p:nvPr/>
          </p:nvSpPr>
          <p:spPr>
            <a:xfrm flipH="1" rot="10800000">
              <a:off x="7113588" y="106"/>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sp>
          <p:nvSpPr>
            <p:cNvPr id="74" name="Shape 74"/>
            <p:cNvSpPr/>
            <p:nvPr/>
          </p:nvSpPr>
          <p:spPr>
            <a:xfrm rot="10800000">
              <a:off x="6098378" y="96"/>
              <a:ext cx="1015200" cy="1015200"/>
            </a:xfrm>
            <a:prstGeom prst="rtTriangle">
              <a:avLst/>
            </a:pr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75" name="Shape 75"/>
            <p:cNvSpPr/>
            <p:nvPr/>
          </p:nvSpPr>
          <p:spPr>
            <a:xfrm rot="10800000">
              <a:off x="8128789" y="1015375"/>
              <a:ext cx="1015200" cy="1015200"/>
            </a:xfrm>
            <a:prstGeom prst="rtTriangle">
              <a:avLst/>
            </a:prstGeom>
            <a:solidFill>
              <a:schemeClr val="accent6"/>
            </a:solidFill>
            <a:ln>
              <a:noFill/>
            </a:ln>
          </p:spPr>
          <p:txBody>
            <a:bodyPr anchorCtr="0" anchor="ctr" bIns="91425" lIns="91425" rIns="91425" tIns="91425">
              <a:noAutofit/>
            </a:bodyPr>
            <a:lstStyle/>
            <a:p>
              <a:pPr lvl="0">
                <a:spcBef>
                  <a:spcPts val="0"/>
                </a:spcBef>
                <a:buNone/>
              </a:pPr>
              <a:r>
                <a:t/>
              </a:r>
              <a:endParaRPr/>
            </a:p>
          </p:txBody>
        </p:sp>
      </p:grpSp>
      <p:sp>
        <p:nvSpPr>
          <p:cNvPr id="76" name="Shape 76"/>
          <p:cNvSpPr txBox="1"/>
          <p:nvPr>
            <p:ph type="title"/>
          </p:nvPr>
        </p:nvSpPr>
        <p:spPr>
          <a:xfrm>
            <a:off x="311700" y="1256050"/>
            <a:ext cx="8520600" cy="2030700"/>
          </a:xfrm>
          <a:prstGeom prst="rect">
            <a:avLst/>
          </a:prstGeom>
        </p:spPr>
        <p:txBody>
          <a:bodyPr anchorCtr="0" anchor="b" bIns="91425" lIns="91425" rIns="91425" tIns="91425"/>
          <a:lstStyle>
            <a:lvl1pPr lvl="0" algn="ctr">
              <a:spcBef>
                <a:spcPts val="0"/>
              </a:spcBef>
              <a:buClr>
                <a:schemeClr val="lt1"/>
              </a:buClr>
              <a:buSzPct val="100000"/>
              <a:defRPr sz="12000">
                <a:solidFill>
                  <a:schemeClr val="lt1"/>
                </a:solidFill>
              </a:defRPr>
            </a:lvl1pPr>
            <a:lvl2pPr lvl="1" algn="ctr">
              <a:spcBef>
                <a:spcPts val="0"/>
              </a:spcBef>
              <a:buClr>
                <a:schemeClr val="lt1"/>
              </a:buClr>
              <a:buSzPct val="100000"/>
              <a:defRPr sz="12000">
                <a:solidFill>
                  <a:schemeClr val="lt1"/>
                </a:solidFill>
              </a:defRPr>
            </a:lvl2pPr>
            <a:lvl3pPr lvl="2" algn="ctr">
              <a:spcBef>
                <a:spcPts val="0"/>
              </a:spcBef>
              <a:buClr>
                <a:schemeClr val="lt1"/>
              </a:buClr>
              <a:buSzPct val="100000"/>
              <a:defRPr sz="12000">
                <a:solidFill>
                  <a:schemeClr val="lt1"/>
                </a:solidFill>
              </a:defRPr>
            </a:lvl3pPr>
            <a:lvl4pPr lvl="3" algn="ctr">
              <a:spcBef>
                <a:spcPts val="0"/>
              </a:spcBef>
              <a:buClr>
                <a:schemeClr val="lt1"/>
              </a:buClr>
              <a:buSzPct val="100000"/>
              <a:defRPr sz="12000">
                <a:solidFill>
                  <a:schemeClr val="lt1"/>
                </a:solidFill>
              </a:defRPr>
            </a:lvl4pPr>
            <a:lvl5pPr lvl="4" algn="ctr">
              <a:spcBef>
                <a:spcPts val="0"/>
              </a:spcBef>
              <a:buClr>
                <a:schemeClr val="lt1"/>
              </a:buClr>
              <a:buSzPct val="100000"/>
              <a:defRPr sz="12000">
                <a:solidFill>
                  <a:schemeClr val="lt1"/>
                </a:solidFill>
              </a:defRPr>
            </a:lvl5pPr>
            <a:lvl6pPr lvl="5" algn="ctr">
              <a:spcBef>
                <a:spcPts val="0"/>
              </a:spcBef>
              <a:buClr>
                <a:schemeClr val="lt1"/>
              </a:buClr>
              <a:buSzPct val="100000"/>
              <a:defRPr sz="12000">
                <a:solidFill>
                  <a:schemeClr val="lt1"/>
                </a:solidFill>
              </a:defRPr>
            </a:lvl6pPr>
            <a:lvl7pPr lvl="6" algn="ctr">
              <a:spcBef>
                <a:spcPts val="0"/>
              </a:spcBef>
              <a:buClr>
                <a:schemeClr val="lt1"/>
              </a:buClr>
              <a:buSzPct val="100000"/>
              <a:defRPr sz="12000">
                <a:solidFill>
                  <a:schemeClr val="lt1"/>
                </a:solidFill>
              </a:defRPr>
            </a:lvl7pPr>
            <a:lvl8pPr lvl="7" algn="ctr">
              <a:spcBef>
                <a:spcPts val="0"/>
              </a:spcBef>
              <a:buClr>
                <a:schemeClr val="lt1"/>
              </a:buClr>
              <a:buSzPct val="100000"/>
              <a:defRPr sz="12000">
                <a:solidFill>
                  <a:schemeClr val="lt1"/>
                </a:solidFill>
              </a:defRPr>
            </a:lvl8pPr>
            <a:lvl9pPr lvl="8" algn="ctr">
              <a:spcBef>
                <a:spcPts val="0"/>
              </a:spcBef>
              <a:buClr>
                <a:schemeClr val="lt1"/>
              </a:buClr>
              <a:buSzPct val="100000"/>
              <a:defRPr sz="12000">
                <a:solidFill>
                  <a:schemeClr val="lt1"/>
                </a:solidFill>
              </a:defRPr>
            </a:lvl9pPr>
          </a:lstStyle>
          <a:p/>
        </p:txBody>
      </p:sp>
      <p:sp>
        <p:nvSpPr>
          <p:cNvPr id="77" name="Shape 77"/>
          <p:cNvSpPr txBox="1"/>
          <p:nvPr>
            <p:ph idx="1" type="body"/>
          </p:nvPr>
        </p:nvSpPr>
        <p:spPr>
          <a:xfrm>
            <a:off x="311700" y="3369225"/>
            <a:ext cx="8520600" cy="1281900"/>
          </a:xfrm>
          <a:prstGeom prst="rect">
            <a:avLst/>
          </a:prstGeom>
        </p:spPr>
        <p:txBody>
          <a:bodyPr anchorCtr="0" anchor="t" bIns="91425" lIns="91425" rIns="91425" tIns="91425"/>
          <a:lstStyle>
            <a:lvl1pPr lvl="0" algn="ctr">
              <a:spcBef>
                <a:spcPts val="0"/>
              </a:spcBef>
              <a:buClr>
                <a:schemeClr val="lt1"/>
              </a:buClr>
              <a:defRPr>
                <a:solidFill>
                  <a:schemeClr val="lt1"/>
                </a:solidFill>
              </a:defRPr>
            </a:lvl1pPr>
            <a:lvl2pPr lvl="1" algn="ctr">
              <a:spcBef>
                <a:spcPts val="0"/>
              </a:spcBef>
              <a:buClr>
                <a:schemeClr val="lt1"/>
              </a:buClr>
              <a:defRPr>
                <a:solidFill>
                  <a:schemeClr val="lt1"/>
                </a:solidFill>
              </a:defRPr>
            </a:lvl2pPr>
            <a:lvl3pPr lvl="2" algn="ctr">
              <a:spcBef>
                <a:spcPts val="0"/>
              </a:spcBef>
              <a:buClr>
                <a:schemeClr val="lt1"/>
              </a:buClr>
              <a:defRPr>
                <a:solidFill>
                  <a:schemeClr val="lt1"/>
                </a:solidFill>
              </a:defRPr>
            </a:lvl3pPr>
            <a:lvl4pPr lvl="3" algn="ctr">
              <a:spcBef>
                <a:spcPts val="0"/>
              </a:spcBef>
              <a:buClr>
                <a:schemeClr val="lt1"/>
              </a:buClr>
              <a:defRPr>
                <a:solidFill>
                  <a:schemeClr val="lt1"/>
                </a:solidFill>
              </a:defRPr>
            </a:lvl4pPr>
            <a:lvl5pPr lvl="4" algn="ctr">
              <a:spcBef>
                <a:spcPts val="0"/>
              </a:spcBef>
              <a:buClr>
                <a:schemeClr val="lt1"/>
              </a:buClr>
              <a:defRPr>
                <a:solidFill>
                  <a:schemeClr val="lt1"/>
                </a:solidFill>
              </a:defRPr>
            </a:lvl5pPr>
            <a:lvl6pPr lvl="5" algn="ctr">
              <a:spcBef>
                <a:spcPts val="0"/>
              </a:spcBef>
              <a:buClr>
                <a:schemeClr val="lt1"/>
              </a:buClr>
              <a:defRPr>
                <a:solidFill>
                  <a:schemeClr val="lt1"/>
                </a:solidFill>
              </a:defRPr>
            </a:lvl6pPr>
            <a:lvl7pPr lvl="6" algn="ctr">
              <a:spcBef>
                <a:spcPts val="0"/>
              </a:spcBef>
              <a:buClr>
                <a:schemeClr val="lt1"/>
              </a:buClr>
              <a:defRPr>
                <a:solidFill>
                  <a:schemeClr val="lt1"/>
                </a:solidFill>
              </a:defRPr>
            </a:lvl7pPr>
            <a:lvl8pPr lvl="7" algn="ctr">
              <a:spcBef>
                <a:spcPts val="0"/>
              </a:spcBef>
              <a:buClr>
                <a:schemeClr val="lt1"/>
              </a:buClr>
              <a:defRPr>
                <a:solidFill>
                  <a:schemeClr val="lt1"/>
                </a:solidFill>
              </a:defRPr>
            </a:lvl8pPr>
            <a:lvl9pPr lvl="8" algn="ctr">
              <a:spcBef>
                <a:spcPts val="0"/>
              </a:spcBef>
              <a:buClr>
                <a:schemeClr val="lt1"/>
              </a:buClr>
              <a:defRPr>
                <a:solidFill>
                  <a:schemeClr val="lt1"/>
                </a:solidFill>
              </a:defRPr>
            </a:lvl9pPr>
          </a:lstStyle>
          <a:p/>
        </p:txBody>
      </p:sp>
      <p:sp>
        <p:nvSpPr>
          <p:cNvPr id="78" name="Shape 78"/>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79" name="Shape 79"/>
        <p:cNvGrpSpPr/>
        <p:nvPr/>
      </p:nvGrpSpPr>
      <p:grpSpPr>
        <a:xfrm>
          <a:off x="0" y="0"/>
          <a:ext cx="0" cy="0"/>
          <a:chOff x="0" y="0"/>
          <a:chExt cx="0" cy="0"/>
        </a:xfrm>
      </p:grpSpPr>
      <p:sp>
        <p:nvSpPr>
          <p:cNvPr id="80" name="Shape 80"/>
          <p:cNvSpPr txBox="1"/>
          <p:nvPr>
            <p:ph idx="12" type="sldNum"/>
          </p:nvPr>
        </p:nvSpPr>
        <p:spPr>
          <a:xfrm>
            <a:off x="8460431" y="465119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dk2"/>
                </a:solidFil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10000"/>
            <a:ext cx="8520600" cy="607800"/>
          </a:xfrm>
          <a:prstGeom prst="rect">
            <a:avLst/>
          </a:prstGeom>
          <a:noFill/>
          <a:ln>
            <a:noFill/>
          </a:ln>
        </p:spPr>
        <p:txBody>
          <a:bodyPr anchorCtr="0" anchor="t" bIns="91425" lIns="91425" rIns="91425" tIns="91425"/>
          <a:lstStyle>
            <a:lvl1pPr lvl="0">
              <a:spcBef>
                <a:spcPts val="0"/>
              </a:spcBef>
              <a:buClr>
                <a:schemeClr val="dk1"/>
              </a:buClr>
              <a:buSzPct val="100000"/>
              <a:buFont typeface="Roboto"/>
              <a:buNone/>
              <a:defRPr sz="3000">
                <a:solidFill>
                  <a:schemeClr val="dk1"/>
                </a:solidFill>
                <a:latin typeface="Roboto"/>
                <a:ea typeface="Roboto"/>
                <a:cs typeface="Roboto"/>
                <a:sym typeface="Roboto"/>
              </a:defRPr>
            </a:lvl1pPr>
            <a:lvl2pPr lvl="1">
              <a:spcBef>
                <a:spcPts val="0"/>
              </a:spcBef>
              <a:buClr>
                <a:schemeClr val="dk1"/>
              </a:buClr>
              <a:buSzPct val="100000"/>
              <a:buFont typeface="Roboto"/>
              <a:buNone/>
              <a:defRPr sz="3000">
                <a:solidFill>
                  <a:schemeClr val="dk1"/>
                </a:solidFill>
                <a:latin typeface="Roboto"/>
                <a:ea typeface="Roboto"/>
                <a:cs typeface="Roboto"/>
                <a:sym typeface="Roboto"/>
              </a:defRPr>
            </a:lvl2pPr>
            <a:lvl3pPr lvl="2">
              <a:spcBef>
                <a:spcPts val="0"/>
              </a:spcBef>
              <a:buClr>
                <a:schemeClr val="dk1"/>
              </a:buClr>
              <a:buSzPct val="100000"/>
              <a:buFont typeface="Roboto"/>
              <a:buNone/>
              <a:defRPr sz="3000">
                <a:solidFill>
                  <a:schemeClr val="dk1"/>
                </a:solidFill>
                <a:latin typeface="Roboto"/>
                <a:ea typeface="Roboto"/>
                <a:cs typeface="Roboto"/>
                <a:sym typeface="Roboto"/>
              </a:defRPr>
            </a:lvl3pPr>
            <a:lvl4pPr lvl="3">
              <a:spcBef>
                <a:spcPts val="0"/>
              </a:spcBef>
              <a:buClr>
                <a:schemeClr val="dk1"/>
              </a:buClr>
              <a:buSzPct val="100000"/>
              <a:buFont typeface="Roboto"/>
              <a:buNone/>
              <a:defRPr sz="3000">
                <a:solidFill>
                  <a:schemeClr val="dk1"/>
                </a:solidFill>
                <a:latin typeface="Roboto"/>
                <a:ea typeface="Roboto"/>
                <a:cs typeface="Roboto"/>
                <a:sym typeface="Roboto"/>
              </a:defRPr>
            </a:lvl4pPr>
            <a:lvl5pPr lvl="4">
              <a:spcBef>
                <a:spcPts val="0"/>
              </a:spcBef>
              <a:buClr>
                <a:schemeClr val="dk1"/>
              </a:buClr>
              <a:buSzPct val="100000"/>
              <a:buFont typeface="Roboto"/>
              <a:buNone/>
              <a:defRPr sz="3000">
                <a:solidFill>
                  <a:schemeClr val="dk1"/>
                </a:solidFill>
                <a:latin typeface="Roboto"/>
                <a:ea typeface="Roboto"/>
                <a:cs typeface="Roboto"/>
                <a:sym typeface="Roboto"/>
              </a:defRPr>
            </a:lvl5pPr>
            <a:lvl6pPr lvl="5">
              <a:spcBef>
                <a:spcPts val="0"/>
              </a:spcBef>
              <a:buClr>
                <a:schemeClr val="dk1"/>
              </a:buClr>
              <a:buSzPct val="100000"/>
              <a:buFont typeface="Roboto"/>
              <a:buNone/>
              <a:defRPr sz="3000">
                <a:solidFill>
                  <a:schemeClr val="dk1"/>
                </a:solidFill>
                <a:latin typeface="Roboto"/>
                <a:ea typeface="Roboto"/>
                <a:cs typeface="Roboto"/>
                <a:sym typeface="Roboto"/>
              </a:defRPr>
            </a:lvl6pPr>
            <a:lvl7pPr lvl="6">
              <a:spcBef>
                <a:spcPts val="0"/>
              </a:spcBef>
              <a:buClr>
                <a:schemeClr val="dk1"/>
              </a:buClr>
              <a:buSzPct val="100000"/>
              <a:buFont typeface="Roboto"/>
              <a:buNone/>
              <a:defRPr sz="3000">
                <a:solidFill>
                  <a:schemeClr val="dk1"/>
                </a:solidFill>
                <a:latin typeface="Roboto"/>
                <a:ea typeface="Roboto"/>
                <a:cs typeface="Roboto"/>
                <a:sym typeface="Roboto"/>
              </a:defRPr>
            </a:lvl7pPr>
            <a:lvl8pPr lvl="7">
              <a:spcBef>
                <a:spcPts val="0"/>
              </a:spcBef>
              <a:buClr>
                <a:schemeClr val="dk1"/>
              </a:buClr>
              <a:buSzPct val="100000"/>
              <a:buFont typeface="Roboto"/>
              <a:buNone/>
              <a:defRPr sz="3000">
                <a:solidFill>
                  <a:schemeClr val="dk1"/>
                </a:solidFill>
                <a:latin typeface="Roboto"/>
                <a:ea typeface="Roboto"/>
                <a:cs typeface="Roboto"/>
                <a:sym typeface="Roboto"/>
              </a:defRPr>
            </a:lvl8pPr>
            <a:lvl9pPr lvl="8">
              <a:spcBef>
                <a:spcPts val="0"/>
              </a:spcBef>
              <a:buClr>
                <a:schemeClr val="dk1"/>
              </a:buClr>
              <a:buSzPct val="100000"/>
              <a:buFont typeface="Roboto"/>
              <a:buNone/>
              <a:defRPr sz="3000">
                <a:solidFill>
                  <a:schemeClr val="dk1"/>
                </a:solidFill>
                <a:latin typeface="Roboto"/>
                <a:ea typeface="Roboto"/>
                <a:cs typeface="Roboto"/>
                <a:sym typeface="Roboto"/>
              </a:defRPr>
            </a:lvl9pPr>
          </a:lstStyle>
          <a:p/>
        </p:txBody>
      </p:sp>
      <p:sp>
        <p:nvSpPr>
          <p:cNvPr id="7" name="Shape 7"/>
          <p:cNvSpPr txBox="1"/>
          <p:nvPr>
            <p:ph idx="1" type="body"/>
          </p:nvPr>
        </p:nvSpPr>
        <p:spPr>
          <a:xfrm>
            <a:off x="311700" y="1229875"/>
            <a:ext cx="8520600" cy="33390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2"/>
              </a:buClr>
              <a:buSzPct val="100000"/>
              <a:buFont typeface="Roboto"/>
              <a:defRPr sz="1800">
                <a:solidFill>
                  <a:schemeClr val="dk2"/>
                </a:solidFill>
                <a:latin typeface="Roboto"/>
                <a:ea typeface="Roboto"/>
                <a:cs typeface="Roboto"/>
                <a:sym typeface="Roboto"/>
              </a:defRPr>
            </a:lvl1pPr>
            <a:lvl2pPr lvl="1">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2pPr>
            <a:lvl3pPr lvl="2">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3pPr>
            <a:lvl4pPr lvl="3">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4pPr>
            <a:lvl5pPr lvl="4">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5pPr>
            <a:lvl6pPr lvl="5">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6pPr>
            <a:lvl7pPr lvl="6">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7pPr>
            <a:lvl8pPr lvl="7">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8pPr>
            <a:lvl9pPr lvl="8">
              <a:lnSpc>
                <a:spcPct val="115000"/>
              </a:lnSpc>
              <a:spcBef>
                <a:spcPts val="0"/>
              </a:spcBef>
              <a:spcAft>
                <a:spcPts val="1600"/>
              </a:spcAft>
              <a:buClr>
                <a:schemeClr val="dk2"/>
              </a:buClr>
              <a:buFont typeface="Roboto"/>
              <a:defRPr>
                <a:solidFill>
                  <a:schemeClr val="dk2"/>
                </a:solidFill>
                <a:latin typeface="Roboto"/>
                <a:ea typeface="Roboto"/>
                <a:cs typeface="Roboto"/>
                <a:sym typeface="Roboto"/>
              </a:defRPr>
            </a:lvl9pPr>
          </a:lstStyle>
          <a:p/>
        </p:txBody>
      </p:sp>
      <p:sp>
        <p:nvSpPr>
          <p:cNvPr id="8" name="Shape 8"/>
          <p:cNvSpPr txBox="1"/>
          <p:nvPr>
            <p:ph idx="12" type="sldNum"/>
          </p:nvPr>
        </p:nvSpPr>
        <p:spPr>
          <a:xfrm>
            <a:off x="8460431" y="4651190"/>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lt1"/>
                </a:solidFill>
                <a:latin typeface="Roboto"/>
                <a:ea typeface="Roboto"/>
                <a:cs typeface="Roboto"/>
                <a:sym typeface="Roboto"/>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4" name="Shape 84"/>
        <p:cNvGrpSpPr/>
        <p:nvPr/>
      </p:nvGrpSpPr>
      <p:grpSpPr>
        <a:xfrm>
          <a:off x="0" y="0"/>
          <a:ext cx="0" cy="0"/>
          <a:chOff x="0" y="0"/>
          <a:chExt cx="0" cy="0"/>
        </a:xfrm>
      </p:grpSpPr>
      <p:sp>
        <p:nvSpPr>
          <p:cNvPr id="85" name="Shape 85"/>
          <p:cNvSpPr txBox="1"/>
          <p:nvPr>
            <p:ph type="ctrTitle"/>
          </p:nvPr>
        </p:nvSpPr>
        <p:spPr>
          <a:xfrm>
            <a:off x="598100" y="680053"/>
            <a:ext cx="8222100" cy="1934100"/>
          </a:xfrm>
          <a:prstGeom prst="rect">
            <a:avLst/>
          </a:prstGeom>
        </p:spPr>
        <p:txBody>
          <a:bodyPr anchorCtr="0" anchor="b" bIns="91425" lIns="91425" rIns="91425" tIns="91425">
            <a:noAutofit/>
          </a:bodyPr>
          <a:lstStyle/>
          <a:p>
            <a:pPr lvl="0">
              <a:spcBef>
                <a:spcPts val="0"/>
              </a:spcBef>
              <a:buNone/>
            </a:pPr>
            <a:r>
              <a:t/>
            </a:r>
            <a:endParaRPr b="1"/>
          </a:p>
          <a:p>
            <a:pPr lvl="0" rtl="0" algn="ctr">
              <a:spcBef>
                <a:spcPts val="0"/>
              </a:spcBef>
              <a:buNone/>
            </a:pPr>
            <a:r>
              <a:rPr lang="en"/>
              <a:t>How can we increase revenue </a:t>
            </a:r>
          </a:p>
          <a:p>
            <a:pPr lvl="0" rtl="0" algn="ctr">
              <a:spcBef>
                <a:spcPts val="0"/>
              </a:spcBef>
              <a:buNone/>
            </a:pPr>
            <a:r>
              <a:rPr lang="en"/>
              <a:t>from</a:t>
            </a:r>
          </a:p>
          <a:p>
            <a:pPr lvl="0" algn="ctr">
              <a:spcBef>
                <a:spcPts val="0"/>
              </a:spcBef>
              <a:buNone/>
            </a:pPr>
            <a:r>
              <a:rPr lang="en"/>
              <a:t>Catch the Pink Flamingo?</a:t>
            </a:r>
          </a:p>
        </p:txBody>
      </p:sp>
      <p:sp>
        <p:nvSpPr>
          <p:cNvPr id="86" name="Shape 86"/>
          <p:cNvSpPr txBox="1"/>
          <p:nvPr>
            <p:ph idx="1" type="subTitle"/>
          </p:nvPr>
        </p:nvSpPr>
        <p:spPr>
          <a:xfrm>
            <a:off x="598088" y="2715912"/>
            <a:ext cx="8222100" cy="432900"/>
          </a:xfrm>
          <a:prstGeom prst="rect">
            <a:avLst/>
          </a:prstGeom>
          <a:solidFill>
            <a:srgbClr val="FFFF00"/>
          </a:solidFill>
        </p:spPr>
        <p:txBody>
          <a:bodyPr anchorCtr="0" anchor="t" bIns="91425" lIns="91425" rIns="91425" tIns="91425">
            <a:noAutofit/>
          </a:bodyPr>
          <a:lstStyle/>
          <a:p>
            <a:pPr lvl="0">
              <a:spcBef>
                <a:spcPts val="0"/>
              </a:spcBef>
              <a:buNone/>
            </a:pPr>
            <a:r>
              <a:rPr lang="en">
                <a:solidFill>
                  <a:srgbClr val="073763"/>
                </a:solidFill>
              </a:rPr>
              <a:t>ENTER YOUR NAME HERE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0" name="Shape 90"/>
        <p:cNvGrpSpPr/>
        <p:nvPr/>
      </p:nvGrpSpPr>
      <p:grpSpPr>
        <a:xfrm>
          <a:off x="0" y="0"/>
          <a:ext cx="0" cy="0"/>
          <a:chOff x="0" y="0"/>
          <a:chExt cx="0" cy="0"/>
        </a:xfrm>
      </p:grpSpPr>
      <p:sp>
        <p:nvSpPr>
          <p:cNvPr id="91" name="Shape 91"/>
          <p:cNvSpPr txBox="1"/>
          <p:nvPr>
            <p:ph type="title"/>
          </p:nvPr>
        </p:nvSpPr>
        <p:spPr>
          <a:xfrm>
            <a:off x="311700" y="410000"/>
            <a:ext cx="8520600" cy="607800"/>
          </a:xfrm>
          <a:prstGeom prst="rect">
            <a:avLst/>
          </a:prstGeom>
        </p:spPr>
        <p:txBody>
          <a:bodyPr anchorCtr="0" anchor="t" bIns="91425" lIns="91425" rIns="91425" tIns="91425">
            <a:noAutofit/>
          </a:bodyPr>
          <a:lstStyle/>
          <a:p>
            <a:pPr lvl="0">
              <a:spcBef>
                <a:spcPts val="0"/>
              </a:spcBef>
              <a:buNone/>
            </a:pPr>
            <a:r>
              <a:rPr lang="en"/>
              <a:t>Problem Statement </a:t>
            </a:r>
          </a:p>
        </p:txBody>
      </p:sp>
      <p:sp>
        <p:nvSpPr>
          <p:cNvPr id="92" name="Shape 92"/>
          <p:cNvSpPr txBox="1"/>
          <p:nvPr>
            <p:ph idx="1" type="body"/>
          </p:nvPr>
        </p:nvSpPr>
        <p:spPr>
          <a:xfrm>
            <a:off x="311700" y="1229875"/>
            <a:ext cx="8520600" cy="3339000"/>
          </a:xfrm>
          <a:prstGeom prst="rect">
            <a:avLst/>
          </a:prstGeom>
        </p:spPr>
        <p:txBody>
          <a:bodyPr anchorCtr="0" anchor="t" bIns="91425" lIns="91425" rIns="91425" tIns="91425">
            <a:noAutofit/>
          </a:bodyPr>
          <a:lstStyle/>
          <a:p>
            <a:pPr lvl="0">
              <a:spcBef>
                <a:spcPts val="0"/>
              </a:spcBef>
              <a:buNone/>
            </a:pPr>
            <a:r>
              <a:rPr lang="en"/>
              <a:t>How can we use the following data sets to understand options for increasing revenue from game players?</a:t>
            </a:r>
          </a:p>
          <a:p>
            <a:pPr lvl="0">
              <a:spcBef>
                <a:spcPts val="0"/>
              </a:spcBef>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 name="Shape 96"/>
        <p:cNvGrpSpPr/>
        <p:nvPr/>
      </p:nvGrpSpPr>
      <p:grpSpPr>
        <a:xfrm>
          <a:off x="0" y="0"/>
          <a:ext cx="0" cy="0"/>
          <a:chOff x="0" y="0"/>
          <a:chExt cx="0" cy="0"/>
        </a:xfrm>
      </p:grpSpPr>
      <p:sp>
        <p:nvSpPr>
          <p:cNvPr id="97" name="Shape 97"/>
          <p:cNvSpPr txBox="1"/>
          <p:nvPr>
            <p:ph type="title"/>
          </p:nvPr>
        </p:nvSpPr>
        <p:spPr>
          <a:xfrm>
            <a:off x="311700" y="410000"/>
            <a:ext cx="8520600" cy="607800"/>
          </a:xfrm>
          <a:prstGeom prst="rect">
            <a:avLst/>
          </a:prstGeom>
        </p:spPr>
        <p:txBody>
          <a:bodyPr anchorCtr="0" anchor="t" bIns="91425" lIns="91425" rIns="91425" tIns="91425">
            <a:noAutofit/>
          </a:bodyPr>
          <a:lstStyle/>
          <a:p>
            <a:pPr lvl="0" rtl="0">
              <a:spcBef>
                <a:spcPts val="0"/>
              </a:spcBef>
              <a:buNone/>
            </a:pPr>
            <a:r>
              <a:rPr lang="en"/>
              <a:t>Data Exploration Overview</a:t>
            </a:r>
          </a:p>
        </p:txBody>
      </p:sp>
      <p:sp>
        <p:nvSpPr>
          <p:cNvPr id="98" name="Shape 98"/>
          <p:cNvSpPr txBox="1"/>
          <p:nvPr>
            <p:ph idx="1" type="body"/>
          </p:nvPr>
        </p:nvSpPr>
        <p:spPr>
          <a:xfrm>
            <a:off x="311700" y="1229875"/>
            <a:ext cx="8520600" cy="33390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 name="Shape 102"/>
        <p:cNvGrpSpPr/>
        <p:nvPr/>
      </p:nvGrpSpPr>
      <p:grpSpPr>
        <a:xfrm>
          <a:off x="0" y="0"/>
          <a:ext cx="0" cy="0"/>
          <a:chOff x="0" y="0"/>
          <a:chExt cx="0" cy="0"/>
        </a:xfrm>
      </p:grpSpPr>
      <p:sp>
        <p:nvSpPr>
          <p:cNvPr id="103" name="Shape 103"/>
          <p:cNvSpPr txBox="1"/>
          <p:nvPr>
            <p:ph type="title"/>
          </p:nvPr>
        </p:nvSpPr>
        <p:spPr>
          <a:xfrm>
            <a:off x="311700" y="410000"/>
            <a:ext cx="8520600" cy="607800"/>
          </a:xfrm>
          <a:prstGeom prst="rect">
            <a:avLst/>
          </a:prstGeom>
        </p:spPr>
        <p:txBody>
          <a:bodyPr anchorCtr="0" anchor="t" bIns="91425" lIns="91425" rIns="91425" tIns="91425">
            <a:noAutofit/>
          </a:bodyPr>
          <a:lstStyle/>
          <a:p>
            <a:pPr lvl="0" rtl="0">
              <a:spcBef>
                <a:spcPts val="0"/>
              </a:spcBef>
              <a:buNone/>
            </a:pPr>
            <a:r>
              <a:rPr lang="en"/>
              <a:t>What have we learned from classification?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7" name="Shape 107"/>
        <p:cNvGrpSpPr/>
        <p:nvPr/>
      </p:nvGrpSpPr>
      <p:grpSpPr>
        <a:xfrm>
          <a:off x="0" y="0"/>
          <a:ext cx="0" cy="0"/>
          <a:chOff x="0" y="0"/>
          <a:chExt cx="0" cy="0"/>
        </a:xfrm>
      </p:grpSpPr>
      <p:sp>
        <p:nvSpPr>
          <p:cNvPr id="108" name="Shape 108"/>
          <p:cNvSpPr txBox="1"/>
          <p:nvPr>
            <p:ph type="title"/>
          </p:nvPr>
        </p:nvSpPr>
        <p:spPr>
          <a:xfrm>
            <a:off x="311700" y="410000"/>
            <a:ext cx="8520600" cy="607800"/>
          </a:xfrm>
          <a:prstGeom prst="rect">
            <a:avLst/>
          </a:prstGeom>
        </p:spPr>
        <p:txBody>
          <a:bodyPr anchorCtr="0" anchor="t" bIns="91425" lIns="91425" rIns="91425" tIns="91425">
            <a:noAutofit/>
          </a:bodyPr>
          <a:lstStyle/>
          <a:p>
            <a:pPr lvl="0" rtl="0">
              <a:spcBef>
                <a:spcPts val="0"/>
              </a:spcBef>
              <a:buNone/>
            </a:pPr>
            <a:r>
              <a:rPr lang="en"/>
              <a:t>What have we learned from clustering? </a:t>
            </a:r>
          </a:p>
        </p:txBody>
      </p:sp>
      <p:sp>
        <p:nvSpPr>
          <p:cNvPr id="109" name="Shape 109"/>
          <p:cNvSpPr txBox="1"/>
          <p:nvPr>
            <p:ph idx="1" type="body"/>
          </p:nvPr>
        </p:nvSpPr>
        <p:spPr>
          <a:xfrm>
            <a:off x="311700" y="1229875"/>
            <a:ext cx="8520600" cy="33390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3" name="Shape 113"/>
        <p:cNvGrpSpPr/>
        <p:nvPr/>
      </p:nvGrpSpPr>
      <p:grpSpPr>
        <a:xfrm>
          <a:off x="0" y="0"/>
          <a:ext cx="0" cy="0"/>
          <a:chOff x="0" y="0"/>
          <a:chExt cx="0" cy="0"/>
        </a:xfrm>
      </p:grpSpPr>
      <p:sp>
        <p:nvSpPr>
          <p:cNvPr id="114" name="Shape 114"/>
          <p:cNvSpPr txBox="1"/>
          <p:nvPr>
            <p:ph type="title"/>
          </p:nvPr>
        </p:nvSpPr>
        <p:spPr>
          <a:xfrm>
            <a:off x="311700" y="410000"/>
            <a:ext cx="8520600" cy="607800"/>
          </a:xfrm>
          <a:prstGeom prst="rect">
            <a:avLst/>
          </a:prstGeom>
        </p:spPr>
        <p:txBody>
          <a:bodyPr anchorCtr="0" anchor="t" bIns="91425" lIns="91425" rIns="91425" tIns="91425">
            <a:noAutofit/>
          </a:bodyPr>
          <a:lstStyle/>
          <a:p>
            <a:pPr lvl="0" rtl="0">
              <a:spcBef>
                <a:spcPts val="0"/>
              </a:spcBef>
              <a:buNone/>
            </a:pPr>
            <a:r>
              <a:rPr lang="en"/>
              <a:t>From our chat graph analysis, what further exploration should we undertake?</a:t>
            </a:r>
          </a:p>
        </p:txBody>
      </p:sp>
      <p:sp>
        <p:nvSpPr>
          <p:cNvPr id="115" name="Shape 115"/>
          <p:cNvSpPr txBox="1"/>
          <p:nvPr>
            <p:ph idx="1" type="body"/>
          </p:nvPr>
        </p:nvSpPr>
        <p:spPr>
          <a:xfrm>
            <a:off x="311700" y="1229875"/>
            <a:ext cx="8520600" cy="33390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 name="Shape 119"/>
        <p:cNvGrpSpPr/>
        <p:nvPr/>
      </p:nvGrpSpPr>
      <p:grpSpPr>
        <a:xfrm>
          <a:off x="0" y="0"/>
          <a:ext cx="0" cy="0"/>
          <a:chOff x="0" y="0"/>
          <a:chExt cx="0" cy="0"/>
        </a:xfrm>
      </p:grpSpPr>
      <p:sp>
        <p:nvSpPr>
          <p:cNvPr id="120" name="Shape 120"/>
          <p:cNvSpPr txBox="1"/>
          <p:nvPr>
            <p:ph type="title"/>
          </p:nvPr>
        </p:nvSpPr>
        <p:spPr>
          <a:xfrm>
            <a:off x="311700" y="410000"/>
            <a:ext cx="8520600" cy="607800"/>
          </a:xfrm>
          <a:prstGeom prst="rect">
            <a:avLst/>
          </a:prstGeom>
        </p:spPr>
        <p:txBody>
          <a:bodyPr anchorCtr="0" anchor="t" bIns="91425" lIns="91425" rIns="91425" tIns="91425">
            <a:noAutofit/>
          </a:bodyPr>
          <a:lstStyle/>
          <a:p>
            <a:pPr lvl="0">
              <a:spcBef>
                <a:spcPts val="0"/>
              </a:spcBef>
              <a:buNone/>
            </a:pPr>
            <a:r>
              <a:rPr lang="en"/>
              <a:t>Recommendation</a:t>
            </a:r>
          </a:p>
        </p:txBody>
      </p:sp>
      <p:sp>
        <p:nvSpPr>
          <p:cNvPr id="121" name="Shape 121"/>
          <p:cNvSpPr txBox="1"/>
          <p:nvPr>
            <p:ph idx="1" type="body"/>
          </p:nvPr>
        </p:nvSpPr>
        <p:spPr>
          <a:xfrm>
            <a:off x="311700" y="1229875"/>
            <a:ext cx="8520600" cy="33390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