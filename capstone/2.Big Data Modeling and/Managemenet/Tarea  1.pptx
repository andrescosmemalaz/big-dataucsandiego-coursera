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5C68D-5939-43A8-8C45-251587A2A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12D903-0229-46DF-BDEF-2825F97DD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91030F-AEC6-4E16-8AB6-0DB05D2B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E06BD-C981-4761-95A3-6C277E76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F16D78-28A1-449D-B659-E0AC8AE6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327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A94B6-2ED2-4808-816F-3B26381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2F7412-9CF7-4DD8-980D-271ABB096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19D70C-A90A-48C7-A3D5-9F4DE9B0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3EB0E-5E8A-4A34-B266-C3A2DBDB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62DACA-694E-4C31-963B-17B701F4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810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8D5AA-5D8A-4443-A72D-22DA6EB4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90C24E-BE70-4B16-BB7D-32F0C8F0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3B912B-890C-4E14-A693-9B74374C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27051-04B5-4511-8E32-AF28AE19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6274F-11A8-4E8F-9664-374525A1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882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3E003-2D36-49E0-93CE-6B1F968F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247006-8C36-487A-B262-A2F13FABB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222CF5-C809-4C1B-8852-4D1439B6E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37EF86-6618-49A3-8E0E-00278532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D27943-B489-4C6E-9E1F-B76742D9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EE330-81DA-473D-86AD-67B68A37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087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1485D-22B9-41DD-998B-16376622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2EDBFD-0405-4084-AC52-1CF731A47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6AFF8B-4553-490F-BBCD-CCFFAD3B2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6F728D-21D3-48D6-B93B-22FA2026D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6FBFAA-7468-4745-A221-D04F3603E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CA5516A-A20A-43FE-AEAE-96A8691B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730190-93C3-48D0-AF93-77263201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13858B-CA6C-4071-BF40-34AF79F3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091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659F-D6CE-4954-BD32-C8968A07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2D9F63A-392C-41ED-978F-EB19BC0F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00AE91-1C50-4F8C-B73A-7F74165F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446B54-5231-49BB-A126-D12BA844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064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C3D4801-CC74-4E65-8887-8EB943DF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8084C0-2448-4CF9-B61D-BFF26796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56D7F6-E83B-40D2-ADD8-69A3ED85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285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7696B-B8AF-4752-9979-72909CB5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F5FCFD-CAF7-4510-B051-79FA070FB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04FD26-7273-4741-A90F-2A538119F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288A65-29A1-4179-BF53-5F475989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DD631C-92C4-4FE1-A7D0-BDB1779D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CDD2E7-1C46-4DC9-A145-D7587212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1312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8D073-8278-4765-BFDC-B051BA0A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11A61D-1115-4C51-A505-0839D5B85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A9C002-F199-4AE9-9E48-B0FD90183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272285-E02D-4BC2-A668-375BC05B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DD87FF-4F4E-409D-BF7F-61D64A98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AE679D-7584-4DB7-97EA-19AFF298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806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32736-7FBD-4FF1-996F-DD691CB1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AC3092-7BD2-4C79-B15C-98D32C646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788000-C904-4ACB-9C87-B8C5B755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97093-13AF-49A8-A34C-A887A3A5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1924C-669F-4D40-BECB-73B3B37A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7462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0D3180-86C6-4BB2-8794-883D34200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528C70-A17F-43D9-8993-DB1776EDF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CD3451-80D3-445F-966E-78FAA265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99406-DDDD-443D-8D5C-CF419D1D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74595-98BE-4592-8DA6-02A0935B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881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BF84E0-09C1-42FA-83AF-31D9C76E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999A8E-7EDB-4917-B5D9-8A58DA0AA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D70477-8971-4FB2-90F2-E41ED1958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011A2-9B72-4FDD-8002-FF2D0E5D2626}" type="datetimeFigureOut">
              <a:rPr lang="es-PE" smtClean="0"/>
              <a:t>03/08/2020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BDB93-3370-472C-830D-5475A3BC6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962C09-A122-4D0B-B2E8-DCA78ABE5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E0E1B-D4B3-4C2E-89F7-4EE4B28A6C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384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B4DEDF3-6A24-4460-81A7-6CD4F5526614}"/>
              </a:ext>
            </a:extLst>
          </p:cNvPr>
          <p:cNvSpPr/>
          <p:nvPr/>
        </p:nvSpPr>
        <p:spPr>
          <a:xfrm>
            <a:off x="451413" y="805248"/>
            <a:ext cx="109380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050" dirty="0" err="1"/>
              <a:t>userID</a:t>
            </a:r>
            <a:r>
              <a:rPr lang="es-PE" sz="1050" dirty="0"/>
              <a:t>: </a:t>
            </a:r>
            <a:r>
              <a:rPr lang="es-PE" sz="1050" dirty="0" err="1"/>
              <a:t>long</a:t>
            </a:r>
            <a:r>
              <a:rPr lang="es-PE" sz="1050" dirty="0"/>
              <a:t>(PK)	</a:t>
            </a:r>
            <a:r>
              <a:rPr lang="es-PE" sz="1050" dirty="0" err="1"/>
              <a:t>sessionID</a:t>
            </a:r>
            <a:r>
              <a:rPr lang="es-PE" sz="1050" dirty="0"/>
              <a:t>: </a:t>
            </a:r>
            <a:r>
              <a:rPr lang="es-PE" sz="1050" dirty="0" err="1"/>
              <a:t>long</a:t>
            </a:r>
            <a:r>
              <a:rPr lang="es-PE" sz="1050" dirty="0"/>
              <a:t>(PK)	</a:t>
            </a:r>
            <a:r>
              <a:rPr lang="es-PE" sz="1050" dirty="0" err="1"/>
              <a:t>timestamp</a:t>
            </a:r>
            <a:r>
              <a:rPr lang="es-PE" sz="1050" dirty="0"/>
              <a:t>: </a:t>
            </a:r>
            <a:r>
              <a:rPr lang="es-PE" sz="1050" dirty="0" err="1"/>
              <a:t>dateTime</a:t>
            </a:r>
            <a:r>
              <a:rPr lang="es-PE" sz="1050" dirty="0"/>
              <a:t>	</a:t>
            </a:r>
            <a:r>
              <a:rPr lang="es-PE" sz="1050" dirty="0" err="1"/>
              <a:t>clickedPoint</a:t>
            </a:r>
            <a:r>
              <a:rPr lang="es-PE" sz="1050" dirty="0"/>
              <a:t>: </a:t>
            </a:r>
            <a:r>
              <a:rPr lang="es-PE" sz="1050" dirty="0" err="1"/>
              <a:t>coordinate</a:t>
            </a:r>
            <a:r>
              <a:rPr lang="es-PE" sz="1050" dirty="0"/>
              <a:t>	</a:t>
            </a:r>
            <a:r>
              <a:rPr lang="es-PE" sz="1050" dirty="0" err="1"/>
              <a:t>missionID</a:t>
            </a:r>
            <a:r>
              <a:rPr lang="es-PE" sz="1050" dirty="0"/>
              <a:t>: </a:t>
            </a:r>
            <a:r>
              <a:rPr lang="es-PE" sz="1050" dirty="0" err="1"/>
              <a:t>int</a:t>
            </a:r>
            <a:r>
              <a:rPr lang="es-PE" sz="1050" dirty="0"/>
              <a:t>(FK)	</a:t>
            </a:r>
            <a:r>
              <a:rPr lang="es-PE" sz="1050" dirty="0" err="1"/>
              <a:t>isHit</a:t>
            </a:r>
            <a:r>
              <a:rPr lang="es-PE" sz="1050" dirty="0"/>
              <a:t>: ENUM/</a:t>
            </a:r>
            <a:r>
              <a:rPr lang="es-PE" sz="1050" dirty="0" err="1"/>
              <a:t>string</a:t>
            </a:r>
            <a:r>
              <a:rPr lang="es-PE" sz="1050" dirty="0"/>
              <a:t>	Score: (</a:t>
            </a:r>
            <a:r>
              <a:rPr lang="es-PE" sz="1050" dirty="0" err="1"/>
              <a:t>int</a:t>
            </a:r>
            <a:r>
              <a:rPr lang="es-PE" sz="1050" dirty="0"/>
              <a:t>)</a:t>
            </a:r>
          </a:p>
          <a:p>
            <a:r>
              <a:rPr lang="es-PE" sz="1050" dirty="0"/>
              <a:t>100	4356	10/12/2015::14:15:09	(4,8)	13	yes	10</a:t>
            </a:r>
          </a:p>
          <a:p>
            <a:r>
              <a:rPr lang="es-PE" sz="1050" dirty="0"/>
              <a:t>101	3241	10/23/2015::14:15:19	(20,5)	18	no	0</a:t>
            </a:r>
          </a:p>
          <a:p>
            <a:r>
              <a:rPr lang="es-PE" sz="1050" dirty="0"/>
              <a:t>102	4537	11/4/2015::14:15:20	(17,43)	21	no	0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29091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Maximo Cosme Malasquez</dc:creator>
  <cp:lastModifiedBy>Andres Maximo Cosme Malasquez</cp:lastModifiedBy>
  <cp:revision>1</cp:revision>
  <dcterms:created xsi:type="dcterms:W3CDTF">2020-08-04T00:19:32Z</dcterms:created>
  <dcterms:modified xsi:type="dcterms:W3CDTF">2020-08-04T00:23:18Z</dcterms:modified>
</cp:coreProperties>
</file>